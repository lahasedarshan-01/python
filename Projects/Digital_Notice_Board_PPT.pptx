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1" r:id="rId5"/>
    <p:sldId id="263" r:id="rId6"/>
    <p:sldId id="264" r:id="rId7"/>
    <p:sldId id="265" r:id="rId8"/>
    <p:sldId id="266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3" d="100"/>
          <a:sy n="73" d="100"/>
        </p:scale>
        <p:origin x="1181" y="13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8C61A22-6A47-41D4-BB8B-D6528AF172FA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B3EB7BF5-8852-4E8B-ACE3-250933E77AE7}">
      <dgm:prSet/>
      <dgm:spPr/>
      <dgm:t>
        <a:bodyPr/>
        <a:lstStyle/>
        <a:p>
          <a:r>
            <a:rPr lang="en-US"/>
            <a:t>Create a Python-based digital notice board where administrators can post, update, and delete notices. </a:t>
          </a:r>
        </a:p>
      </dgm:t>
    </dgm:pt>
    <dgm:pt modelId="{BC014187-37E6-4285-A945-72DFFDC859BD}" type="parTrans" cxnId="{FB1F81FE-19CC-4520-859F-F00BA7E2838B}">
      <dgm:prSet/>
      <dgm:spPr/>
      <dgm:t>
        <a:bodyPr/>
        <a:lstStyle/>
        <a:p>
          <a:endParaRPr lang="en-US"/>
        </a:p>
      </dgm:t>
    </dgm:pt>
    <dgm:pt modelId="{FE0D4C48-87EA-46AA-BC9D-E5278E345723}" type="sibTrans" cxnId="{FB1F81FE-19CC-4520-859F-F00BA7E2838B}">
      <dgm:prSet/>
      <dgm:spPr/>
      <dgm:t>
        <a:bodyPr/>
        <a:lstStyle/>
        <a:p>
          <a:endParaRPr lang="en-US"/>
        </a:p>
      </dgm:t>
    </dgm:pt>
    <dgm:pt modelId="{1D753223-2291-4771-B557-AD69F5BD7317}">
      <dgm:prSet/>
      <dgm:spPr/>
      <dgm:t>
        <a:bodyPr/>
        <a:lstStyle/>
        <a:p>
          <a:r>
            <a:rPr lang="en-US"/>
            <a:t>Users can view notices sorted by date or category.</a:t>
          </a:r>
        </a:p>
      </dgm:t>
    </dgm:pt>
    <dgm:pt modelId="{5AF2EF8F-9D05-4366-AD7C-5E760678E702}" type="parTrans" cxnId="{D6CE3032-4965-4A00-9232-74AA69CE4F13}">
      <dgm:prSet/>
      <dgm:spPr/>
      <dgm:t>
        <a:bodyPr/>
        <a:lstStyle/>
        <a:p>
          <a:endParaRPr lang="en-US"/>
        </a:p>
      </dgm:t>
    </dgm:pt>
    <dgm:pt modelId="{19FDB275-AB32-4961-98A3-C654FED93532}" type="sibTrans" cxnId="{D6CE3032-4965-4A00-9232-74AA69CE4F13}">
      <dgm:prSet/>
      <dgm:spPr/>
      <dgm:t>
        <a:bodyPr/>
        <a:lstStyle/>
        <a:p>
          <a:endParaRPr lang="en-US"/>
        </a:p>
      </dgm:t>
    </dgm:pt>
    <dgm:pt modelId="{F0584EE2-BB18-413C-9AEC-509D3308FFC2}" type="pres">
      <dgm:prSet presAssocID="{B8C61A22-6A47-41D4-BB8B-D6528AF172FA}" presName="linear" presStyleCnt="0">
        <dgm:presLayoutVars>
          <dgm:animLvl val="lvl"/>
          <dgm:resizeHandles val="exact"/>
        </dgm:presLayoutVars>
      </dgm:prSet>
      <dgm:spPr/>
    </dgm:pt>
    <dgm:pt modelId="{DE45317A-7396-4B44-968F-1F8775961460}" type="pres">
      <dgm:prSet presAssocID="{B3EB7BF5-8852-4E8B-ACE3-250933E77AE7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50F49C70-4082-4814-A8F0-E6E654F8C518}" type="pres">
      <dgm:prSet presAssocID="{FE0D4C48-87EA-46AA-BC9D-E5278E345723}" presName="spacer" presStyleCnt="0"/>
      <dgm:spPr/>
    </dgm:pt>
    <dgm:pt modelId="{181B0F3E-8738-4C65-85BC-DCE2526C8AF5}" type="pres">
      <dgm:prSet presAssocID="{1D753223-2291-4771-B557-AD69F5BD7317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D6CE3032-4965-4A00-9232-74AA69CE4F13}" srcId="{B8C61A22-6A47-41D4-BB8B-D6528AF172FA}" destId="{1D753223-2291-4771-B557-AD69F5BD7317}" srcOrd="1" destOrd="0" parTransId="{5AF2EF8F-9D05-4366-AD7C-5E760678E702}" sibTransId="{19FDB275-AB32-4961-98A3-C654FED93532}"/>
    <dgm:cxn modelId="{E5C40FB9-9CA6-4E58-833D-7513F1A9FAF4}" type="presOf" srcId="{1D753223-2291-4771-B557-AD69F5BD7317}" destId="{181B0F3E-8738-4C65-85BC-DCE2526C8AF5}" srcOrd="0" destOrd="0" presId="urn:microsoft.com/office/officeart/2005/8/layout/vList2"/>
    <dgm:cxn modelId="{2E74FEC7-D086-49F8-9523-F6C8CC094A32}" type="presOf" srcId="{B8C61A22-6A47-41D4-BB8B-D6528AF172FA}" destId="{F0584EE2-BB18-413C-9AEC-509D3308FFC2}" srcOrd="0" destOrd="0" presId="urn:microsoft.com/office/officeart/2005/8/layout/vList2"/>
    <dgm:cxn modelId="{834168F1-69D5-4A15-BC30-782ECA09E8A2}" type="presOf" srcId="{B3EB7BF5-8852-4E8B-ACE3-250933E77AE7}" destId="{DE45317A-7396-4B44-968F-1F8775961460}" srcOrd="0" destOrd="0" presId="urn:microsoft.com/office/officeart/2005/8/layout/vList2"/>
    <dgm:cxn modelId="{FB1F81FE-19CC-4520-859F-F00BA7E2838B}" srcId="{B8C61A22-6A47-41D4-BB8B-D6528AF172FA}" destId="{B3EB7BF5-8852-4E8B-ACE3-250933E77AE7}" srcOrd="0" destOrd="0" parTransId="{BC014187-37E6-4285-A945-72DFFDC859BD}" sibTransId="{FE0D4C48-87EA-46AA-BC9D-E5278E345723}"/>
    <dgm:cxn modelId="{CE304F4E-64E2-40EF-99D9-31638AF97773}" type="presParOf" srcId="{F0584EE2-BB18-413C-9AEC-509D3308FFC2}" destId="{DE45317A-7396-4B44-968F-1F8775961460}" srcOrd="0" destOrd="0" presId="urn:microsoft.com/office/officeart/2005/8/layout/vList2"/>
    <dgm:cxn modelId="{F7A339E1-55D0-4467-8812-9EEA6E72D727}" type="presParOf" srcId="{F0584EE2-BB18-413C-9AEC-509D3308FFC2}" destId="{50F49C70-4082-4814-A8F0-E6E654F8C518}" srcOrd="1" destOrd="0" presId="urn:microsoft.com/office/officeart/2005/8/layout/vList2"/>
    <dgm:cxn modelId="{3F6D9630-015D-4042-8217-98D42E7451A8}" type="presParOf" srcId="{F0584EE2-BB18-413C-9AEC-509D3308FFC2}" destId="{181B0F3E-8738-4C65-85BC-DCE2526C8AF5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89EFFCF-E7D5-412C-B6B4-F0168EAA7487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C57A4ED-C9C5-4588-B72D-267655D18EE9}">
      <dgm:prSet/>
      <dgm:spPr/>
      <dgm:t>
        <a:bodyPr/>
        <a:lstStyle/>
        <a:p>
          <a:r>
            <a:rPr lang="en-US"/>
            <a:t>Admin Features:</a:t>
          </a:r>
        </a:p>
      </dgm:t>
    </dgm:pt>
    <dgm:pt modelId="{137723ED-4F45-40F2-BA83-9287FC81A41C}" type="parTrans" cxnId="{77C38155-148D-4C87-9949-7D2483FA0ED1}">
      <dgm:prSet/>
      <dgm:spPr/>
      <dgm:t>
        <a:bodyPr/>
        <a:lstStyle/>
        <a:p>
          <a:endParaRPr lang="en-US"/>
        </a:p>
      </dgm:t>
    </dgm:pt>
    <dgm:pt modelId="{504C73E3-5FF5-4433-8F5F-A50714D1988A}" type="sibTrans" cxnId="{77C38155-148D-4C87-9949-7D2483FA0ED1}">
      <dgm:prSet/>
      <dgm:spPr/>
      <dgm:t>
        <a:bodyPr/>
        <a:lstStyle/>
        <a:p>
          <a:endParaRPr lang="en-US"/>
        </a:p>
      </dgm:t>
    </dgm:pt>
    <dgm:pt modelId="{96E28CB5-9ED1-4E49-87EF-09A7BE4A1B69}">
      <dgm:prSet/>
      <dgm:spPr/>
      <dgm:t>
        <a:bodyPr/>
        <a:lstStyle/>
        <a:p>
          <a:r>
            <a:rPr lang="en-US"/>
            <a:t>Add Notice</a:t>
          </a:r>
        </a:p>
      </dgm:t>
    </dgm:pt>
    <dgm:pt modelId="{828101EF-0492-44C9-89A4-C08C917F932E}" type="parTrans" cxnId="{AABC3B6D-7ED3-4807-8BA6-8D3921033FA6}">
      <dgm:prSet/>
      <dgm:spPr/>
      <dgm:t>
        <a:bodyPr/>
        <a:lstStyle/>
        <a:p>
          <a:endParaRPr lang="en-US"/>
        </a:p>
      </dgm:t>
    </dgm:pt>
    <dgm:pt modelId="{FA027605-7C43-4EC9-BCA6-44A9E8494635}" type="sibTrans" cxnId="{AABC3B6D-7ED3-4807-8BA6-8D3921033FA6}">
      <dgm:prSet/>
      <dgm:spPr/>
      <dgm:t>
        <a:bodyPr/>
        <a:lstStyle/>
        <a:p>
          <a:endParaRPr lang="en-US"/>
        </a:p>
      </dgm:t>
    </dgm:pt>
    <dgm:pt modelId="{4DF6C228-879C-44C1-BACC-83604AA71E77}">
      <dgm:prSet/>
      <dgm:spPr/>
      <dgm:t>
        <a:bodyPr/>
        <a:lstStyle/>
        <a:p>
          <a:r>
            <a:rPr lang="en-US"/>
            <a:t>Update Notice using ID</a:t>
          </a:r>
        </a:p>
      </dgm:t>
    </dgm:pt>
    <dgm:pt modelId="{C0F767C3-224F-46E4-B78A-58B98D13AE37}" type="parTrans" cxnId="{5058D658-9240-4E4D-B1F9-14FCB265F255}">
      <dgm:prSet/>
      <dgm:spPr/>
      <dgm:t>
        <a:bodyPr/>
        <a:lstStyle/>
        <a:p>
          <a:endParaRPr lang="en-US"/>
        </a:p>
      </dgm:t>
    </dgm:pt>
    <dgm:pt modelId="{3583E030-3EF0-4EC9-8F8F-7F1F9F10BBD4}" type="sibTrans" cxnId="{5058D658-9240-4E4D-B1F9-14FCB265F255}">
      <dgm:prSet/>
      <dgm:spPr/>
      <dgm:t>
        <a:bodyPr/>
        <a:lstStyle/>
        <a:p>
          <a:endParaRPr lang="en-US"/>
        </a:p>
      </dgm:t>
    </dgm:pt>
    <dgm:pt modelId="{EE3AC076-2A55-4895-83C0-1EFD31CFB6A0}">
      <dgm:prSet/>
      <dgm:spPr/>
      <dgm:t>
        <a:bodyPr/>
        <a:lstStyle/>
        <a:p>
          <a:r>
            <a:rPr lang="en-US"/>
            <a:t>Delete Notice using ID</a:t>
          </a:r>
        </a:p>
      </dgm:t>
    </dgm:pt>
    <dgm:pt modelId="{6AA23FE4-0499-4615-A07C-92C126471DC8}" type="parTrans" cxnId="{12B247EF-5CDC-4BD8-AB71-F1FD47FD8CBE}">
      <dgm:prSet/>
      <dgm:spPr/>
      <dgm:t>
        <a:bodyPr/>
        <a:lstStyle/>
        <a:p>
          <a:endParaRPr lang="en-US"/>
        </a:p>
      </dgm:t>
    </dgm:pt>
    <dgm:pt modelId="{189A3B1D-975D-46BA-B853-595C577577A6}" type="sibTrans" cxnId="{12B247EF-5CDC-4BD8-AB71-F1FD47FD8CBE}">
      <dgm:prSet/>
      <dgm:spPr/>
      <dgm:t>
        <a:bodyPr/>
        <a:lstStyle/>
        <a:p>
          <a:endParaRPr lang="en-US"/>
        </a:p>
      </dgm:t>
    </dgm:pt>
    <dgm:pt modelId="{51B0B12C-E714-4961-B4BD-83447E45C0B9}">
      <dgm:prSet/>
      <dgm:spPr/>
      <dgm:t>
        <a:bodyPr/>
        <a:lstStyle/>
        <a:p>
          <a:r>
            <a:rPr lang="en-US"/>
            <a:t>View All Notices</a:t>
          </a:r>
        </a:p>
      </dgm:t>
    </dgm:pt>
    <dgm:pt modelId="{E8736ECF-50D3-4C03-8C00-28C5DE06C470}" type="parTrans" cxnId="{0F073332-CAE8-48B3-BDA8-92E38F86DD6A}">
      <dgm:prSet/>
      <dgm:spPr/>
      <dgm:t>
        <a:bodyPr/>
        <a:lstStyle/>
        <a:p>
          <a:endParaRPr lang="en-US"/>
        </a:p>
      </dgm:t>
    </dgm:pt>
    <dgm:pt modelId="{79F7D40E-77E6-46A5-86A2-DCB732685CB2}" type="sibTrans" cxnId="{0F073332-CAE8-48B3-BDA8-92E38F86DD6A}">
      <dgm:prSet/>
      <dgm:spPr/>
      <dgm:t>
        <a:bodyPr/>
        <a:lstStyle/>
        <a:p>
          <a:endParaRPr lang="en-US"/>
        </a:p>
      </dgm:t>
    </dgm:pt>
    <dgm:pt modelId="{50A116C2-2ABE-4539-A6D7-0BF46CBAF0B8}">
      <dgm:prSet/>
      <dgm:spPr/>
      <dgm:t>
        <a:bodyPr/>
        <a:lstStyle/>
        <a:p>
          <a:r>
            <a:rPr lang="en-US"/>
            <a:t>User Features:</a:t>
          </a:r>
        </a:p>
      </dgm:t>
    </dgm:pt>
    <dgm:pt modelId="{F93D543C-4978-4D63-BF57-FE6A450E4745}" type="parTrans" cxnId="{6E786F47-01D6-46AB-9646-40151BBDEF74}">
      <dgm:prSet/>
      <dgm:spPr/>
      <dgm:t>
        <a:bodyPr/>
        <a:lstStyle/>
        <a:p>
          <a:endParaRPr lang="en-US"/>
        </a:p>
      </dgm:t>
    </dgm:pt>
    <dgm:pt modelId="{2283E729-D594-43CC-A19A-3FAB7765CB42}" type="sibTrans" cxnId="{6E786F47-01D6-46AB-9646-40151BBDEF74}">
      <dgm:prSet/>
      <dgm:spPr/>
      <dgm:t>
        <a:bodyPr/>
        <a:lstStyle/>
        <a:p>
          <a:endParaRPr lang="en-US"/>
        </a:p>
      </dgm:t>
    </dgm:pt>
    <dgm:pt modelId="{4148ED4E-6572-4A51-89AF-999DC57B7F41}">
      <dgm:prSet/>
      <dgm:spPr/>
      <dgm:t>
        <a:bodyPr/>
        <a:lstStyle/>
        <a:p>
          <a:r>
            <a:rPr lang="en-US"/>
            <a:t>View Notices</a:t>
          </a:r>
        </a:p>
      </dgm:t>
    </dgm:pt>
    <dgm:pt modelId="{84750DA3-B7C6-4762-ADF4-984333325E60}" type="parTrans" cxnId="{7330798F-B843-4B7E-AA33-9BBF5A21A216}">
      <dgm:prSet/>
      <dgm:spPr/>
      <dgm:t>
        <a:bodyPr/>
        <a:lstStyle/>
        <a:p>
          <a:endParaRPr lang="en-US"/>
        </a:p>
      </dgm:t>
    </dgm:pt>
    <dgm:pt modelId="{61E3E27C-389C-4188-A69C-058FFA2C4E4A}" type="sibTrans" cxnId="{7330798F-B843-4B7E-AA33-9BBF5A21A216}">
      <dgm:prSet/>
      <dgm:spPr/>
      <dgm:t>
        <a:bodyPr/>
        <a:lstStyle/>
        <a:p>
          <a:endParaRPr lang="en-US"/>
        </a:p>
      </dgm:t>
    </dgm:pt>
    <dgm:pt modelId="{595E2A16-1353-4C3C-8478-53F0DC195245}">
      <dgm:prSet/>
      <dgm:spPr/>
      <dgm:t>
        <a:bodyPr/>
        <a:lstStyle/>
        <a:p>
          <a:r>
            <a:rPr lang="en-US"/>
            <a:t>Sort by Date or Category</a:t>
          </a:r>
        </a:p>
      </dgm:t>
    </dgm:pt>
    <dgm:pt modelId="{B522C99A-1946-4D9B-86E7-89285DC204C7}" type="parTrans" cxnId="{7CB57A4C-B459-4802-BDF9-7F238492BB11}">
      <dgm:prSet/>
      <dgm:spPr/>
      <dgm:t>
        <a:bodyPr/>
        <a:lstStyle/>
        <a:p>
          <a:endParaRPr lang="en-US"/>
        </a:p>
      </dgm:t>
    </dgm:pt>
    <dgm:pt modelId="{778D9C75-D511-4E11-A35F-638E9E7ED893}" type="sibTrans" cxnId="{7CB57A4C-B459-4802-BDF9-7F238492BB11}">
      <dgm:prSet/>
      <dgm:spPr/>
      <dgm:t>
        <a:bodyPr/>
        <a:lstStyle/>
        <a:p>
          <a:endParaRPr lang="en-US"/>
        </a:p>
      </dgm:t>
    </dgm:pt>
    <dgm:pt modelId="{FE2EC405-AA1A-4A84-9D04-DE1F8221EAE3}">
      <dgm:prSet/>
      <dgm:spPr/>
      <dgm:t>
        <a:bodyPr/>
        <a:lstStyle/>
        <a:p>
          <a:r>
            <a:rPr lang="en-US"/>
            <a:t>Filter by Category</a:t>
          </a:r>
        </a:p>
      </dgm:t>
    </dgm:pt>
    <dgm:pt modelId="{0C45D752-1523-4B5A-85DB-C9A079B535F3}" type="parTrans" cxnId="{91D5372D-3562-48BA-987B-BB50EC5F8807}">
      <dgm:prSet/>
      <dgm:spPr/>
      <dgm:t>
        <a:bodyPr/>
        <a:lstStyle/>
        <a:p>
          <a:endParaRPr lang="en-US"/>
        </a:p>
      </dgm:t>
    </dgm:pt>
    <dgm:pt modelId="{F434AEC9-8557-4F9F-80D4-6B257A58B8C0}" type="sibTrans" cxnId="{91D5372D-3562-48BA-987B-BB50EC5F8807}">
      <dgm:prSet/>
      <dgm:spPr/>
      <dgm:t>
        <a:bodyPr/>
        <a:lstStyle/>
        <a:p>
          <a:endParaRPr lang="en-US"/>
        </a:p>
      </dgm:t>
    </dgm:pt>
    <dgm:pt modelId="{ECED24FA-3CEC-41F5-B234-E88E32331B9D}" type="pres">
      <dgm:prSet presAssocID="{689EFFCF-E7D5-412C-B6B4-F0168EAA7487}" presName="linear" presStyleCnt="0">
        <dgm:presLayoutVars>
          <dgm:animLvl val="lvl"/>
          <dgm:resizeHandles val="exact"/>
        </dgm:presLayoutVars>
      </dgm:prSet>
      <dgm:spPr/>
    </dgm:pt>
    <dgm:pt modelId="{FC74AE93-F4F7-4099-8C2B-D725C2C18E43}" type="pres">
      <dgm:prSet presAssocID="{2C57A4ED-C9C5-4588-B72D-267655D18EE9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A7080FDF-77E7-440B-85DF-577019CA2B17}" type="pres">
      <dgm:prSet presAssocID="{2C57A4ED-C9C5-4588-B72D-267655D18EE9}" presName="childText" presStyleLbl="revTx" presStyleIdx="0" presStyleCnt="2">
        <dgm:presLayoutVars>
          <dgm:bulletEnabled val="1"/>
        </dgm:presLayoutVars>
      </dgm:prSet>
      <dgm:spPr/>
    </dgm:pt>
    <dgm:pt modelId="{72FFA621-678A-4539-91A0-B5B960E5C4B9}" type="pres">
      <dgm:prSet presAssocID="{50A116C2-2ABE-4539-A6D7-0BF46CBAF0B8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905E96AC-B5F5-43D2-BA85-1FCDB0E7A5BC}" type="pres">
      <dgm:prSet presAssocID="{50A116C2-2ABE-4539-A6D7-0BF46CBAF0B8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91D5372D-3562-48BA-987B-BB50EC5F8807}" srcId="{50A116C2-2ABE-4539-A6D7-0BF46CBAF0B8}" destId="{FE2EC405-AA1A-4A84-9D04-DE1F8221EAE3}" srcOrd="2" destOrd="0" parTransId="{0C45D752-1523-4B5A-85DB-C9A079B535F3}" sibTransId="{F434AEC9-8557-4F9F-80D4-6B257A58B8C0}"/>
    <dgm:cxn modelId="{0F073332-CAE8-48B3-BDA8-92E38F86DD6A}" srcId="{2C57A4ED-C9C5-4588-B72D-267655D18EE9}" destId="{51B0B12C-E714-4961-B4BD-83447E45C0B9}" srcOrd="3" destOrd="0" parTransId="{E8736ECF-50D3-4C03-8C00-28C5DE06C470}" sibTransId="{79F7D40E-77E6-46A5-86A2-DCB732685CB2}"/>
    <dgm:cxn modelId="{5BD63D39-5737-4457-8B30-32250DD3EF51}" type="presOf" srcId="{2C57A4ED-C9C5-4588-B72D-267655D18EE9}" destId="{FC74AE93-F4F7-4099-8C2B-D725C2C18E43}" srcOrd="0" destOrd="0" presId="urn:microsoft.com/office/officeart/2005/8/layout/vList2"/>
    <dgm:cxn modelId="{070B4341-D4A3-4BCF-954D-A95DA7E25FFD}" type="presOf" srcId="{96E28CB5-9ED1-4E49-87EF-09A7BE4A1B69}" destId="{A7080FDF-77E7-440B-85DF-577019CA2B17}" srcOrd="0" destOrd="0" presId="urn:microsoft.com/office/officeart/2005/8/layout/vList2"/>
    <dgm:cxn modelId="{6E786F47-01D6-46AB-9646-40151BBDEF74}" srcId="{689EFFCF-E7D5-412C-B6B4-F0168EAA7487}" destId="{50A116C2-2ABE-4539-A6D7-0BF46CBAF0B8}" srcOrd="1" destOrd="0" parTransId="{F93D543C-4978-4D63-BF57-FE6A450E4745}" sibTransId="{2283E729-D594-43CC-A19A-3FAB7765CB42}"/>
    <dgm:cxn modelId="{7CB57A4C-B459-4802-BDF9-7F238492BB11}" srcId="{50A116C2-2ABE-4539-A6D7-0BF46CBAF0B8}" destId="{595E2A16-1353-4C3C-8478-53F0DC195245}" srcOrd="1" destOrd="0" parTransId="{B522C99A-1946-4D9B-86E7-89285DC204C7}" sibTransId="{778D9C75-D511-4E11-A35F-638E9E7ED893}"/>
    <dgm:cxn modelId="{AABC3B6D-7ED3-4807-8BA6-8D3921033FA6}" srcId="{2C57A4ED-C9C5-4588-B72D-267655D18EE9}" destId="{96E28CB5-9ED1-4E49-87EF-09A7BE4A1B69}" srcOrd="0" destOrd="0" parTransId="{828101EF-0492-44C9-89A4-C08C917F932E}" sibTransId="{FA027605-7C43-4EC9-BCA6-44A9E8494635}"/>
    <dgm:cxn modelId="{D5E8EC4F-9107-443A-B919-F0D81A2EF590}" type="presOf" srcId="{EE3AC076-2A55-4895-83C0-1EFD31CFB6A0}" destId="{A7080FDF-77E7-440B-85DF-577019CA2B17}" srcOrd="0" destOrd="2" presId="urn:microsoft.com/office/officeart/2005/8/layout/vList2"/>
    <dgm:cxn modelId="{77C38155-148D-4C87-9949-7D2483FA0ED1}" srcId="{689EFFCF-E7D5-412C-B6B4-F0168EAA7487}" destId="{2C57A4ED-C9C5-4588-B72D-267655D18EE9}" srcOrd="0" destOrd="0" parTransId="{137723ED-4F45-40F2-BA83-9287FC81A41C}" sibTransId="{504C73E3-5FF5-4433-8F5F-A50714D1988A}"/>
    <dgm:cxn modelId="{5058D658-9240-4E4D-B1F9-14FCB265F255}" srcId="{2C57A4ED-C9C5-4588-B72D-267655D18EE9}" destId="{4DF6C228-879C-44C1-BACC-83604AA71E77}" srcOrd="1" destOrd="0" parTransId="{C0F767C3-224F-46E4-B78A-58B98D13AE37}" sibTransId="{3583E030-3EF0-4EC9-8F8F-7F1F9F10BBD4}"/>
    <dgm:cxn modelId="{F1E61F7C-1C03-4DEA-A439-B5335A0EA882}" type="presOf" srcId="{4DF6C228-879C-44C1-BACC-83604AA71E77}" destId="{A7080FDF-77E7-440B-85DF-577019CA2B17}" srcOrd="0" destOrd="1" presId="urn:microsoft.com/office/officeart/2005/8/layout/vList2"/>
    <dgm:cxn modelId="{7330798F-B843-4B7E-AA33-9BBF5A21A216}" srcId="{50A116C2-2ABE-4539-A6D7-0BF46CBAF0B8}" destId="{4148ED4E-6572-4A51-89AF-999DC57B7F41}" srcOrd="0" destOrd="0" parTransId="{84750DA3-B7C6-4762-ADF4-984333325E60}" sibTransId="{61E3E27C-389C-4188-A69C-058FFA2C4E4A}"/>
    <dgm:cxn modelId="{D49FA390-6867-4D2B-B811-CF6B7F5A8B76}" type="presOf" srcId="{4148ED4E-6572-4A51-89AF-999DC57B7F41}" destId="{905E96AC-B5F5-43D2-BA85-1FCDB0E7A5BC}" srcOrd="0" destOrd="0" presId="urn:microsoft.com/office/officeart/2005/8/layout/vList2"/>
    <dgm:cxn modelId="{20632B92-C25F-40DF-A448-60AF977DCFC3}" type="presOf" srcId="{689EFFCF-E7D5-412C-B6B4-F0168EAA7487}" destId="{ECED24FA-3CEC-41F5-B234-E88E32331B9D}" srcOrd="0" destOrd="0" presId="urn:microsoft.com/office/officeart/2005/8/layout/vList2"/>
    <dgm:cxn modelId="{8F6ECBA0-1C13-4204-9523-D0858AF2EE4A}" type="presOf" srcId="{FE2EC405-AA1A-4A84-9D04-DE1F8221EAE3}" destId="{905E96AC-B5F5-43D2-BA85-1FCDB0E7A5BC}" srcOrd="0" destOrd="2" presId="urn:microsoft.com/office/officeart/2005/8/layout/vList2"/>
    <dgm:cxn modelId="{FD2E85A3-40D7-43AC-8B13-309F541EA97F}" type="presOf" srcId="{51B0B12C-E714-4961-B4BD-83447E45C0B9}" destId="{A7080FDF-77E7-440B-85DF-577019CA2B17}" srcOrd="0" destOrd="3" presId="urn:microsoft.com/office/officeart/2005/8/layout/vList2"/>
    <dgm:cxn modelId="{5FA19BD7-FF34-4F04-B826-0C5689857567}" type="presOf" srcId="{595E2A16-1353-4C3C-8478-53F0DC195245}" destId="{905E96AC-B5F5-43D2-BA85-1FCDB0E7A5BC}" srcOrd="0" destOrd="1" presId="urn:microsoft.com/office/officeart/2005/8/layout/vList2"/>
    <dgm:cxn modelId="{12B247EF-5CDC-4BD8-AB71-F1FD47FD8CBE}" srcId="{2C57A4ED-C9C5-4588-B72D-267655D18EE9}" destId="{EE3AC076-2A55-4895-83C0-1EFD31CFB6A0}" srcOrd="2" destOrd="0" parTransId="{6AA23FE4-0499-4615-A07C-92C126471DC8}" sibTransId="{189A3B1D-975D-46BA-B853-595C577577A6}"/>
    <dgm:cxn modelId="{B1E6B6F8-4DAF-48FA-A49F-AA05E266F0A1}" type="presOf" srcId="{50A116C2-2ABE-4539-A6D7-0BF46CBAF0B8}" destId="{72FFA621-678A-4539-91A0-B5B960E5C4B9}" srcOrd="0" destOrd="0" presId="urn:microsoft.com/office/officeart/2005/8/layout/vList2"/>
    <dgm:cxn modelId="{B923392C-822D-4908-80F9-ED2C52657EE3}" type="presParOf" srcId="{ECED24FA-3CEC-41F5-B234-E88E32331B9D}" destId="{FC74AE93-F4F7-4099-8C2B-D725C2C18E43}" srcOrd="0" destOrd="0" presId="urn:microsoft.com/office/officeart/2005/8/layout/vList2"/>
    <dgm:cxn modelId="{3D884E4D-4610-4713-97BE-31236C176969}" type="presParOf" srcId="{ECED24FA-3CEC-41F5-B234-E88E32331B9D}" destId="{A7080FDF-77E7-440B-85DF-577019CA2B17}" srcOrd="1" destOrd="0" presId="urn:microsoft.com/office/officeart/2005/8/layout/vList2"/>
    <dgm:cxn modelId="{190F4C65-77A8-4D0B-BD49-322ADC6E5B7F}" type="presParOf" srcId="{ECED24FA-3CEC-41F5-B234-E88E32331B9D}" destId="{72FFA621-678A-4539-91A0-B5B960E5C4B9}" srcOrd="2" destOrd="0" presId="urn:microsoft.com/office/officeart/2005/8/layout/vList2"/>
    <dgm:cxn modelId="{5EACDAED-B9D9-4108-ADFA-6E10D8F81304}" type="presParOf" srcId="{ECED24FA-3CEC-41F5-B234-E88E32331B9D}" destId="{905E96AC-B5F5-43D2-BA85-1FCDB0E7A5BC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FFCDFF2-8FBB-436B-8A1C-C8D698F32E7B}" type="doc">
      <dgm:prSet loTypeId="urn:microsoft.com/office/officeart/2016/7/layout/VerticalHollowAction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7E0D7CB8-38A5-4DAA-8BE4-569F0FF6B3A8}">
      <dgm:prSet/>
      <dgm:spPr/>
      <dgm:t>
        <a:bodyPr/>
        <a:lstStyle/>
        <a:p>
          <a:r>
            <a:rPr lang="en-US"/>
            <a:t>Add</a:t>
          </a:r>
        </a:p>
      </dgm:t>
    </dgm:pt>
    <dgm:pt modelId="{219AA492-0C93-4D70-99E3-3D38FECA656F}" type="parTrans" cxnId="{7382128C-90FB-48B1-B08F-B17E3DE85C07}">
      <dgm:prSet/>
      <dgm:spPr/>
      <dgm:t>
        <a:bodyPr/>
        <a:lstStyle/>
        <a:p>
          <a:endParaRPr lang="en-US"/>
        </a:p>
      </dgm:t>
    </dgm:pt>
    <dgm:pt modelId="{8677C223-196E-4B28-A25E-2B2FCF42B2D9}" type="sibTrans" cxnId="{7382128C-90FB-48B1-B08F-B17E3DE85C07}">
      <dgm:prSet/>
      <dgm:spPr/>
      <dgm:t>
        <a:bodyPr/>
        <a:lstStyle/>
        <a:p>
          <a:endParaRPr lang="en-US"/>
        </a:p>
      </dgm:t>
    </dgm:pt>
    <dgm:pt modelId="{1751C80B-C99D-4461-95C3-04E2C397A3DC}">
      <dgm:prSet/>
      <dgm:spPr/>
      <dgm:t>
        <a:bodyPr/>
        <a:lstStyle/>
        <a:p>
          <a:r>
            <a:rPr lang="en-US"/>
            <a:t>add_notice() – Inserts new notice into database.</a:t>
          </a:r>
        </a:p>
      </dgm:t>
    </dgm:pt>
    <dgm:pt modelId="{6C85ADDF-70F0-46F2-BD09-4A19F07DADD1}" type="parTrans" cxnId="{ED189C86-BE11-40FA-A785-3C0BB77E84EE}">
      <dgm:prSet/>
      <dgm:spPr/>
      <dgm:t>
        <a:bodyPr/>
        <a:lstStyle/>
        <a:p>
          <a:endParaRPr lang="en-US"/>
        </a:p>
      </dgm:t>
    </dgm:pt>
    <dgm:pt modelId="{A12D5B4F-811D-4D3F-87F7-B5E2CB6DAD0D}" type="sibTrans" cxnId="{ED189C86-BE11-40FA-A785-3C0BB77E84EE}">
      <dgm:prSet/>
      <dgm:spPr/>
      <dgm:t>
        <a:bodyPr/>
        <a:lstStyle/>
        <a:p>
          <a:endParaRPr lang="en-US"/>
        </a:p>
      </dgm:t>
    </dgm:pt>
    <dgm:pt modelId="{44BF2827-35F1-4361-8124-1D72DF08C0B7}">
      <dgm:prSet/>
      <dgm:spPr/>
      <dgm:t>
        <a:bodyPr/>
        <a:lstStyle/>
        <a:p>
          <a:r>
            <a:rPr lang="en-US"/>
            <a:t>Update</a:t>
          </a:r>
        </a:p>
      </dgm:t>
    </dgm:pt>
    <dgm:pt modelId="{A3138B93-4178-41E0-8394-960D8AD5B246}" type="parTrans" cxnId="{F2B80EAB-BBF3-422B-AEF7-86D60A94649F}">
      <dgm:prSet/>
      <dgm:spPr/>
      <dgm:t>
        <a:bodyPr/>
        <a:lstStyle/>
        <a:p>
          <a:endParaRPr lang="en-US"/>
        </a:p>
      </dgm:t>
    </dgm:pt>
    <dgm:pt modelId="{70B91F8C-5423-46AD-B0BF-97A6240628C6}" type="sibTrans" cxnId="{F2B80EAB-BBF3-422B-AEF7-86D60A94649F}">
      <dgm:prSet/>
      <dgm:spPr/>
      <dgm:t>
        <a:bodyPr/>
        <a:lstStyle/>
        <a:p>
          <a:endParaRPr lang="en-US"/>
        </a:p>
      </dgm:t>
    </dgm:pt>
    <dgm:pt modelId="{0D4259DB-ED5C-44C9-9E29-F27430E4E35D}">
      <dgm:prSet/>
      <dgm:spPr/>
      <dgm:t>
        <a:bodyPr/>
        <a:lstStyle/>
        <a:p>
          <a:r>
            <a:rPr lang="en-US"/>
            <a:t>update_notice() – Updates notice using Notice ID.</a:t>
          </a:r>
        </a:p>
      </dgm:t>
    </dgm:pt>
    <dgm:pt modelId="{048E742B-E24F-4FD5-BE0A-6EB1414CCD88}" type="parTrans" cxnId="{9EBC9EB1-96B3-44D3-9AF4-7BC847229B62}">
      <dgm:prSet/>
      <dgm:spPr/>
      <dgm:t>
        <a:bodyPr/>
        <a:lstStyle/>
        <a:p>
          <a:endParaRPr lang="en-US"/>
        </a:p>
      </dgm:t>
    </dgm:pt>
    <dgm:pt modelId="{B72E4A07-A8F1-43A8-90FC-21AACFAF66A6}" type="sibTrans" cxnId="{9EBC9EB1-96B3-44D3-9AF4-7BC847229B62}">
      <dgm:prSet/>
      <dgm:spPr/>
      <dgm:t>
        <a:bodyPr/>
        <a:lstStyle/>
        <a:p>
          <a:endParaRPr lang="en-US"/>
        </a:p>
      </dgm:t>
    </dgm:pt>
    <dgm:pt modelId="{8297A9C7-A322-4E54-A75F-71807B136C4C}">
      <dgm:prSet/>
      <dgm:spPr/>
      <dgm:t>
        <a:bodyPr/>
        <a:lstStyle/>
        <a:p>
          <a:r>
            <a:rPr lang="en-US"/>
            <a:t>Delete</a:t>
          </a:r>
        </a:p>
      </dgm:t>
    </dgm:pt>
    <dgm:pt modelId="{51AC0878-829A-4B37-A346-40B4EFDA6464}" type="parTrans" cxnId="{EA56169F-6A35-4766-9572-BE799A5015AF}">
      <dgm:prSet/>
      <dgm:spPr/>
      <dgm:t>
        <a:bodyPr/>
        <a:lstStyle/>
        <a:p>
          <a:endParaRPr lang="en-US"/>
        </a:p>
      </dgm:t>
    </dgm:pt>
    <dgm:pt modelId="{BEAF093F-91A5-4209-9EF6-E814A74F8549}" type="sibTrans" cxnId="{EA56169F-6A35-4766-9572-BE799A5015AF}">
      <dgm:prSet/>
      <dgm:spPr/>
      <dgm:t>
        <a:bodyPr/>
        <a:lstStyle/>
        <a:p>
          <a:endParaRPr lang="en-US"/>
        </a:p>
      </dgm:t>
    </dgm:pt>
    <dgm:pt modelId="{9286135C-98FC-4C00-B6EC-E3192EE8176B}">
      <dgm:prSet/>
      <dgm:spPr/>
      <dgm:t>
        <a:bodyPr/>
        <a:lstStyle/>
        <a:p>
          <a:r>
            <a:rPr lang="en-US"/>
            <a:t>delete_notice() – Deletes notice using Notice ID.</a:t>
          </a:r>
        </a:p>
      </dgm:t>
    </dgm:pt>
    <dgm:pt modelId="{3B883D28-5B32-4CAB-940E-757E25E9517C}" type="parTrans" cxnId="{B2E12B4B-49F0-42F1-B7D8-FC85EF95EB2F}">
      <dgm:prSet/>
      <dgm:spPr/>
      <dgm:t>
        <a:bodyPr/>
        <a:lstStyle/>
        <a:p>
          <a:endParaRPr lang="en-US"/>
        </a:p>
      </dgm:t>
    </dgm:pt>
    <dgm:pt modelId="{DD099700-90AC-4F49-8EDF-0C07490D0225}" type="sibTrans" cxnId="{B2E12B4B-49F0-42F1-B7D8-FC85EF95EB2F}">
      <dgm:prSet/>
      <dgm:spPr/>
      <dgm:t>
        <a:bodyPr/>
        <a:lstStyle/>
        <a:p>
          <a:endParaRPr lang="en-US"/>
        </a:p>
      </dgm:t>
    </dgm:pt>
    <dgm:pt modelId="{B042E9A3-688B-484B-BDAA-A931CE7B08C3}">
      <dgm:prSet/>
      <dgm:spPr/>
      <dgm:t>
        <a:bodyPr/>
        <a:lstStyle/>
        <a:p>
          <a:r>
            <a:rPr lang="en-US"/>
            <a:t>View</a:t>
          </a:r>
        </a:p>
      </dgm:t>
    </dgm:pt>
    <dgm:pt modelId="{AADAE8A0-AFCC-47D6-9C92-F9A01A62DF96}" type="parTrans" cxnId="{085B566E-9C10-4E2A-86EF-9616D49CC54A}">
      <dgm:prSet/>
      <dgm:spPr/>
      <dgm:t>
        <a:bodyPr/>
        <a:lstStyle/>
        <a:p>
          <a:endParaRPr lang="en-US"/>
        </a:p>
      </dgm:t>
    </dgm:pt>
    <dgm:pt modelId="{FDD5FECB-DE07-4D7F-A9E3-4E1AD316E2C1}" type="sibTrans" cxnId="{085B566E-9C10-4E2A-86EF-9616D49CC54A}">
      <dgm:prSet/>
      <dgm:spPr/>
      <dgm:t>
        <a:bodyPr/>
        <a:lstStyle/>
        <a:p>
          <a:endParaRPr lang="en-US"/>
        </a:p>
      </dgm:t>
    </dgm:pt>
    <dgm:pt modelId="{097B2806-E536-4FD8-BA9F-7D920E1C5DB1}">
      <dgm:prSet/>
      <dgm:spPr/>
      <dgm:t>
        <a:bodyPr/>
        <a:lstStyle/>
        <a:p>
          <a:r>
            <a:rPr lang="en-US"/>
            <a:t>view_notices() – Displays notices with sorting &amp; filtering.</a:t>
          </a:r>
        </a:p>
      </dgm:t>
    </dgm:pt>
    <dgm:pt modelId="{4D4A32A2-67B8-4C31-A8A1-C6DD243979CD}" type="parTrans" cxnId="{A724C36B-601E-41D3-834B-49FF9EDE3147}">
      <dgm:prSet/>
      <dgm:spPr/>
      <dgm:t>
        <a:bodyPr/>
        <a:lstStyle/>
        <a:p>
          <a:endParaRPr lang="en-US"/>
        </a:p>
      </dgm:t>
    </dgm:pt>
    <dgm:pt modelId="{C0E99D17-F2E7-4519-9DAF-55B1369D0EBB}" type="sibTrans" cxnId="{A724C36B-601E-41D3-834B-49FF9EDE3147}">
      <dgm:prSet/>
      <dgm:spPr/>
      <dgm:t>
        <a:bodyPr/>
        <a:lstStyle/>
        <a:p>
          <a:endParaRPr lang="en-US"/>
        </a:p>
      </dgm:t>
    </dgm:pt>
    <dgm:pt modelId="{07604262-3AF5-424D-B48A-7D1F588F5B91}">
      <dgm:prSet/>
      <dgm:spPr/>
      <dgm:t>
        <a:bodyPr/>
        <a:lstStyle/>
        <a:p>
          <a:r>
            <a:rPr lang="en-US"/>
            <a:t>Load</a:t>
          </a:r>
        </a:p>
      </dgm:t>
    </dgm:pt>
    <dgm:pt modelId="{8BF8A62B-4340-4562-A808-3C93092F113D}" type="parTrans" cxnId="{404D23B3-799D-43B9-89A9-3202F6362F43}">
      <dgm:prSet/>
      <dgm:spPr/>
      <dgm:t>
        <a:bodyPr/>
        <a:lstStyle/>
        <a:p>
          <a:endParaRPr lang="en-US"/>
        </a:p>
      </dgm:t>
    </dgm:pt>
    <dgm:pt modelId="{50170271-3BEA-4F10-84A2-36B79C0A3E2A}" type="sibTrans" cxnId="{404D23B3-799D-43B9-89A9-3202F6362F43}">
      <dgm:prSet/>
      <dgm:spPr/>
      <dgm:t>
        <a:bodyPr/>
        <a:lstStyle/>
        <a:p>
          <a:endParaRPr lang="en-US"/>
        </a:p>
      </dgm:t>
    </dgm:pt>
    <dgm:pt modelId="{39FAD844-F0A0-4C47-8D5E-FA784DC1F523}">
      <dgm:prSet/>
      <dgm:spPr/>
      <dgm:t>
        <a:bodyPr/>
        <a:lstStyle/>
        <a:p>
          <a:r>
            <a:rPr lang="en-US"/>
            <a:t>load_admin_notices() – Loads all notices for admin view.</a:t>
          </a:r>
        </a:p>
      </dgm:t>
    </dgm:pt>
    <dgm:pt modelId="{0A7BFCE1-96DE-4066-910B-1A7CF0E9995A}" type="parTrans" cxnId="{9CD4D093-C934-429D-B0F0-20A0B7522E73}">
      <dgm:prSet/>
      <dgm:spPr/>
      <dgm:t>
        <a:bodyPr/>
        <a:lstStyle/>
        <a:p>
          <a:endParaRPr lang="en-US"/>
        </a:p>
      </dgm:t>
    </dgm:pt>
    <dgm:pt modelId="{1A8455F3-0999-4195-9348-ACFBB7FBFF62}" type="sibTrans" cxnId="{9CD4D093-C934-429D-B0F0-20A0B7522E73}">
      <dgm:prSet/>
      <dgm:spPr/>
      <dgm:t>
        <a:bodyPr/>
        <a:lstStyle/>
        <a:p>
          <a:endParaRPr lang="en-US"/>
        </a:p>
      </dgm:t>
    </dgm:pt>
    <dgm:pt modelId="{5C811512-CF3F-4778-A5F5-0557588F0E53}">
      <dgm:prSet/>
      <dgm:spPr/>
      <dgm:t>
        <a:bodyPr/>
        <a:lstStyle/>
        <a:p>
          <a:r>
            <a:rPr lang="en-US"/>
            <a:t>Clear</a:t>
          </a:r>
        </a:p>
      </dgm:t>
    </dgm:pt>
    <dgm:pt modelId="{9A51C366-C5C0-4E9E-9ECC-8461A085116C}" type="parTrans" cxnId="{882BB0B1-6707-4C83-AA09-4037787AC931}">
      <dgm:prSet/>
      <dgm:spPr/>
      <dgm:t>
        <a:bodyPr/>
        <a:lstStyle/>
        <a:p>
          <a:endParaRPr lang="en-US"/>
        </a:p>
      </dgm:t>
    </dgm:pt>
    <dgm:pt modelId="{D9E68C88-2F37-43A5-B467-84007E53E1A8}" type="sibTrans" cxnId="{882BB0B1-6707-4C83-AA09-4037787AC931}">
      <dgm:prSet/>
      <dgm:spPr/>
      <dgm:t>
        <a:bodyPr/>
        <a:lstStyle/>
        <a:p>
          <a:endParaRPr lang="en-US"/>
        </a:p>
      </dgm:t>
    </dgm:pt>
    <dgm:pt modelId="{A70FE899-C2E9-4E89-AE07-D54C4998FABF}">
      <dgm:prSet/>
      <dgm:spPr/>
      <dgm:t>
        <a:bodyPr/>
        <a:lstStyle/>
        <a:p>
          <a:r>
            <a:rPr lang="en-US"/>
            <a:t>clear() – Clears current window widgets.</a:t>
          </a:r>
        </a:p>
      </dgm:t>
    </dgm:pt>
    <dgm:pt modelId="{964BF2A0-9B45-4744-9A37-6E07794B5CFD}" type="parTrans" cxnId="{3A7BBDA7-25A1-49E3-B687-48B19FA17005}">
      <dgm:prSet/>
      <dgm:spPr/>
      <dgm:t>
        <a:bodyPr/>
        <a:lstStyle/>
        <a:p>
          <a:endParaRPr lang="en-US"/>
        </a:p>
      </dgm:t>
    </dgm:pt>
    <dgm:pt modelId="{9BDA69EF-328B-4391-9107-33589963D9C9}" type="sibTrans" cxnId="{3A7BBDA7-25A1-49E3-B687-48B19FA17005}">
      <dgm:prSet/>
      <dgm:spPr/>
      <dgm:t>
        <a:bodyPr/>
        <a:lstStyle/>
        <a:p>
          <a:endParaRPr lang="en-US"/>
        </a:p>
      </dgm:t>
    </dgm:pt>
    <dgm:pt modelId="{BBC93F72-9257-42BF-98EA-DDBCFEA44AF1}" type="pres">
      <dgm:prSet presAssocID="{EFFCDFF2-8FBB-436B-8A1C-C8D698F32E7B}" presName="Name0" presStyleCnt="0">
        <dgm:presLayoutVars>
          <dgm:dir/>
          <dgm:animLvl val="lvl"/>
          <dgm:resizeHandles val="exact"/>
        </dgm:presLayoutVars>
      </dgm:prSet>
      <dgm:spPr/>
    </dgm:pt>
    <dgm:pt modelId="{53B4A484-B756-4BB4-BD74-B2FBC8F42D83}" type="pres">
      <dgm:prSet presAssocID="{7E0D7CB8-38A5-4DAA-8BE4-569F0FF6B3A8}" presName="linNode" presStyleCnt="0"/>
      <dgm:spPr/>
    </dgm:pt>
    <dgm:pt modelId="{CFEC36DE-DE61-4EF7-9D3C-C09DF23F353F}" type="pres">
      <dgm:prSet presAssocID="{7E0D7CB8-38A5-4DAA-8BE4-569F0FF6B3A8}" presName="parentText" presStyleLbl="solidFgAcc1" presStyleIdx="0" presStyleCnt="6">
        <dgm:presLayoutVars>
          <dgm:chMax val="1"/>
          <dgm:bulletEnabled/>
        </dgm:presLayoutVars>
      </dgm:prSet>
      <dgm:spPr/>
    </dgm:pt>
    <dgm:pt modelId="{5ABDC3C7-312D-4EE1-8CE4-2ED56CFCACF5}" type="pres">
      <dgm:prSet presAssocID="{7E0D7CB8-38A5-4DAA-8BE4-569F0FF6B3A8}" presName="descendantText" presStyleLbl="alignNode1" presStyleIdx="0" presStyleCnt="6">
        <dgm:presLayoutVars>
          <dgm:bulletEnabled/>
        </dgm:presLayoutVars>
      </dgm:prSet>
      <dgm:spPr/>
    </dgm:pt>
    <dgm:pt modelId="{DA88BBB7-7621-4341-97DA-110149B45FB1}" type="pres">
      <dgm:prSet presAssocID="{8677C223-196E-4B28-A25E-2B2FCF42B2D9}" presName="sp" presStyleCnt="0"/>
      <dgm:spPr/>
    </dgm:pt>
    <dgm:pt modelId="{7AAF301C-0937-40DC-8D93-D00922F77E18}" type="pres">
      <dgm:prSet presAssocID="{44BF2827-35F1-4361-8124-1D72DF08C0B7}" presName="linNode" presStyleCnt="0"/>
      <dgm:spPr/>
    </dgm:pt>
    <dgm:pt modelId="{9419C662-680F-4E8A-9B8C-914484AF6270}" type="pres">
      <dgm:prSet presAssocID="{44BF2827-35F1-4361-8124-1D72DF08C0B7}" presName="parentText" presStyleLbl="solidFgAcc1" presStyleIdx="1" presStyleCnt="6">
        <dgm:presLayoutVars>
          <dgm:chMax val="1"/>
          <dgm:bulletEnabled/>
        </dgm:presLayoutVars>
      </dgm:prSet>
      <dgm:spPr/>
    </dgm:pt>
    <dgm:pt modelId="{26A81AD4-4162-4C7E-9F55-46FB7AA17445}" type="pres">
      <dgm:prSet presAssocID="{44BF2827-35F1-4361-8124-1D72DF08C0B7}" presName="descendantText" presStyleLbl="alignNode1" presStyleIdx="1" presStyleCnt="6">
        <dgm:presLayoutVars>
          <dgm:bulletEnabled/>
        </dgm:presLayoutVars>
      </dgm:prSet>
      <dgm:spPr/>
    </dgm:pt>
    <dgm:pt modelId="{18E77148-7441-4B11-BE81-CAB065A207F5}" type="pres">
      <dgm:prSet presAssocID="{70B91F8C-5423-46AD-B0BF-97A6240628C6}" presName="sp" presStyleCnt="0"/>
      <dgm:spPr/>
    </dgm:pt>
    <dgm:pt modelId="{D7973C45-8A38-4094-825D-1D16302FFA7B}" type="pres">
      <dgm:prSet presAssocID="{8297A9C7-A322-4E54-A75F-71807B136C4C}" presName="linNode" presStyleCnt="0"/>
      <dgm:spPr/>
    </dgm:pt>
    <dgm:pt modelId="{61098FAD-E0C3-4F51-B514-E32CD72B8B02}" type="pres">
      <dgm:prSet presAssocID="{8297A9C7-A322-4E54-A75F-71807B136C4C}" presName="parentText" presStyleLbl="solidFgAcc1" presStyleIdx="2" presStyleCnt="6">
        <dgm:presLayoutVars>
          <dgm:chMax val="1"/>
          <dgm:bulletEnabled/>
        </dgm:presLayoutVars>
      </dgm:prSet>
      <dgm:spPr/>
    </dgm:pt>
    <dgm:pt modelId="{F781AA0B-8AA2-488D-8C59-37FAFF3C9DC5}" type="pres">
      <dgm:prSet presAssocID="{8297A9C7-A322-4E54-A75F-71807B136C4C}" presName="descendantText" presStyleLbl="alignNode1" presStyleIdx="2" presStyleCnt="6">
        <dgm:presLayoutVars>
          <dgm:bulletEnabled/>
        </dgm:presLayoutVars>
      </dgm:prSet>
      <dgm:spPr/>
    </dgm:pt>
    <dgm:pt modelId="{1662636E-40FD-445F-9BE2-F7CB1233F927}" type="pres">
      <dgm:prSet presAssocID="{BEAF093F-91A5-4209-9EF6-E814A74F8549}" presName="sp" presStyleCnt="0"/>
      <dgm:spPr/>
    </dgm:pt>
    <dgm:pt modelId="{04BEB44C-16A1-498E-86D0-EFAC8C082433}" type="pres">
      <dgm:prSet presAssocID="{B042E9A3-688B-484B-BDAA-A931CE7B08C3}" presName="linNode" presStyleCnt="0"/>
      <dgm:spPr/>
    </dgm:pt>
    <dgm:pt modelId="{E47D7760-071E-4FA1-8537-3DEEB193B22C}" type="pres">
      <dgm:prSet presAssocID="{B042E9A3-688B-484B-BDAA-A931CE7B08C3}" presName="parentText" presStyleLbl="solidFgAcc1" presStyleIdx="3" presStyleCnt="6">
        <dgm:presLayoutVars>
          <dgm:chMax val="1"/>
          <dgm:bulletEnabled/>
        </dgm:presLayoutVars>
      </dgm:prSet>
      <dgm:spPr/>
    </dgm:pt>
    <dgm:pt modelId="{0EAE9009-CC24-4D70-B636-79F2A1DFB18D}" type="pres">
      <dgm:prSet presAssocID="{B042E9A3-688B-484B-BDAA-A931CE7B08C3}" presName="descendantText" presStyleLbl="alignNode1" presStyleIdx="3" presStyleCnt="6">
        <dgm:presLayoutVars>
          <dgm:bulletEnabled/>
        </dgm:presLayoutVars>
      </dgm:prSet>
      <dgm:spPr/>
    </dgm:pt>
    <dgm:pt modelId="{848D456A-04A3-492A-8CB9-6DA23B96663D}" type="pres">
      <dgm:prSet presAssocID="{FDD5FECB-DE07-4D7F-A9E3-4E1AD316E2C1}" presName="sp" presStyleCnt="0"/>
      <dgm:spPr/>
    </dgm:pt>
    <dgm:pt modelId="{E2777ABC-01DC-4856-8EA6-AB95CA2B7B3A}" type="pres">
      <dgm:prSet presAssocID="{07604262-3AF5-424D-B48A-7D1F588F5B91}" presName="linNode" presStyleCnt="0"/>
      <dgm:spPr/>
    </dgm:pt>
    <dgm:pt modelId="{FD159913-851A-4C53-AE79-1F397C2D5B89}" type="pres">
      <dgm:prSet presAssocID="{07604262-3AF5-424D-B48A-7D1F588F5B91}" presName="parentText" presStyleLbl="solidFgAcc1" presStyleIdx="4" presStyleCnt="6">
        <dgm:presLayoutVars>
          <dgm:chMax val="1"/>
          <dgm:bulletEnabled/>
        </dgm:presLayoutVars>
      </dgm:prSet>
      <dgm:spPr/>
    </dgm:pt>
    <dgm:pt modelId="{50B6D82E-DCF1-4530-8F3D-F8093A7BFC30}" type="pres">
      <dgm:prSet presAssocID="{07604262-3AF5-424D-B48A-7D1F588F5B91}" presName="descendantText" presStyleLbl="alignNode1" presStyleIdx="4" presStyleCnt="6">
        <dgm:presLayoutVars>
          <dgm:bulletEnabled/>
        </dgm:presLayoutVars>
      </dgm:prSet>
      <dgm:spPr/>
    </dgm:pt>
    <dgm:pt modelId="{4A6432DD-D703-499E-89A4-4EEDB120808B}" type="pres">
      <dgm:prSet presAssocID="{50170271-3BEA-4F10-84A2-36B79C0A3E2A}" presName="sp" presStyleCnt="0"/>
      <dgm:spPr/>
    </dgm:pt>
    <dgm:pt modelId="{47E6A90C-B526-415D-B9F1-3F691ED50C16}" type="pres">
      <dgm:prSet presAssocID="{5C811512-CF3F-4778-A5F5-0557588F0E53}" presName="linNode" presStyleCnt="0"/>
      <dgm:spPr/>
    </dgm:pt>
    <dgm:pt modelId="{2E11E971-AAB4-475D-A71A-62DBFAD126F1}" type="pres">
      <dgm:prSet presAssocID="{5C811512-CF3F-4778-A5F5-0557588F0E53}" presName="parentText" presStyleLbl="solidFgAcc1" presStyleIdx="5" presStyleCnt="6">
        <dgm:presLayoutVars>
          <dgm:chMax val="1"/>
          <dgm:bulletEnabled/>
        </dgm:presLayoutVars>
      </dgm:prSet>
      <dgm:spPr/>
    </dgm:pt>
    <dgm:pt modelId="{75DA215B-EF38-4BA9-B50A-7854EFF4A733}" type="pres">
      <dgm:prSet presAssocID="{5C811512-CF3F-4778-A5F5-0557588F0E53}" presName="descendantText" presStyleLbl="alignNode1" presStyleIdx="5" presStyleCnt="6">
        <dgm:presLayoutVars>
          <dgm:bulletEnabled/>
        </dgm:presLayoutVars>
      </dgm:prSet>
      <dgm:spPr/>
    </dgm:pt>
  </dgm:ptLst>
  <dgm:cxnLst>
    <dgm:cxn modelId="{BD36B017-0B97-4E57-8ED1-701C2C365580}" type="presOf" srcId="{8297A9C7-A322-4E54-A75F-71807B136C4C}" destId="{61098FAD-E0C3-4F51-B514-E32CD72B8B02}" srcOrd="0" destOrd="0" presId="urn:microsoft.com/office/officeart/2016/7/layout/VerticalHollowActionList"/>
    <dgm:cxn modelId="{1AF03435-38E1-44BD-93CE-AD7268294BF4}" type="presOf" srcId="{9286135C-98FC-4C00-B6EC-E3192EE8176B}" destId="{F781AA0B-8AA2-488D-8C59-37FAFF3C9DC5}" srcOrd="0" destOrd="0" presId="urn:microsoft.com/office/officeart/2016/7/layout/VerticalHollowActionList"/>
    <dgm:cxn modelId="{4EDAAA5F-41FD-4BEA-AF3F-431373344108}" type="presOf" srcId="{EFFCDFF2-8FBB-436B-8A1C-C8D698F32E7B}" destId="{BBC93F72-9257-42BF-98EA-DDBCFEA44AF1}" srcOrd="0" destOrd="0" presId="urn:microsoft.com/office/officeart/2016/7/layout/VerticalHollowActionList"/>
    <dgm:cxn modelId="{EEC9C842-E003-4940-9B21-0F51EA28CE6D}" type="presOf" srcId="{5C811512-CF3F-4778-A5F5-0557588F0E53}" destId="{2E11E971-AAB4-475D-A71A-62DBFAD126F1}" srcOrd="0" destOrd="0" presId="urn:microsoft.com/office/officeart/2016/7/layout/VerticalHollowActionList"/>
    <dgm:cxn modelId="{3594D462-9BF9-4958-A5BD-CD2BDCD1A410}" type="presOf" srcId="{07604262-3AF5-424D-B48A-7D1F588F5B91}" destId="{FD159913-851A-4C53-AE79-1F397C2D5B89}" srcOrd="0" destOrd="0" presId="urn:microsoft.com/office/officeart/2016/7/layout/VerticalHollowActionList"/>
    <dgm:cxn modelId="{F24E5248-EA87-4DA1-B204-729F8F029045}" type="presOf" srcId="{A70FE899-C2E9-4E89-AE07-D54C4998FABF}" destId="{75DA215B-EF38-4BA9-B50A-7854EFF4A733}" srcOrd="0" destOrd="0" presId="urn:microsoft.com/office/officeart/2016/7/layout/VerticalHollowActionList"/>
    <dgm:cxn modelId="{B2E12B4B-49F0-42F1-B7D8-FC85EF95EB2F}" srcId="{8297A9C7-A322-4E54-A75F-71807B136C4C}" destId="{9286135C-98FC-4C00-B6EC-E3192EE8176B}" srcOrd="0" destOrd="0" parTransId="{3B883D28-5B32-4CAB-940E-757E25E9517C}" sibTransId="{DD099700-90AC-4F49-8EDF-0C07490D0225}"/>
    <dgm:cxn modelId="{A724C36B-601E-41D3-834B-49FF9EDE3147}" srcId="{B042E9A3-688B-484B-BDAA-A931CE7B08C3}" destId="{097B2806-E536-4FD8-BA9F-7D920E1C5DB1}" srcOrd="0" destOrd="0" parTransId="{4D4A32A2-67B8-4C31-A8A1-C6DD243979CD}" sibTransId="{C0E99D17-F2E7-4519-9DAF-55B1369D0EBB}"/>
    <dgm:cxn modelId="{085B566E-9C10-4E2A-86EF-9616D49CC54A}" srcId="{EFFCDFF2-8FBB-436B-8A1C-C8D698F32E7B}" destId="{B042E9A3-688B-484B-BDAA-A931CE7B08C3}" srcOrd="3" destOrd="0" parTransId="{AADAE8A0-AFCC-47D6-9C92-F9A01A62DF96}" sibTransId="{FDD5FECB-DE07-4D7F-A9E3-4E1AD316E2C1}"/>
    <dgm:cxn modelId="{374F756F-D06F-4659-9E5B-B1640AA8A3CA}" type="presOf" srcId="{39FAD844-F0A0-4C47-8D5E-FA784DC1F523}" destId="{50B6D82E-DCF1-4530-8F3D-F8093A7BFC30}" srcOrd="0" destOrd="0" presId="urn:microsoft.com/office/officeart/2016/7/layout/VerticalHollowActionList"/>
    <dgm:cxn modelId="{4222FC58-687C-42F1-A146-04BD4436537F}" type="presOf" srcId="{7E0D7CB8-38A5-4DAA-8BE4-569F0FF6B3A8}" destId="{CFEC36DE-DE61-4EF7-9D3C-C09DF23F353F}" srcOrd="0" destOrd="0" presId="urn:microsoft.com/office/officeart/2016/7/layout/VerticalHollowActionList"/>
    <dgm:cxn modelId="{4D25A359-B239-4CB3-8749-3E9B31852E32}" type="presOf" srcId="{44BF2827-35F1-4361-8124-1D72DF08C0B7}" destId="{9419C662-680F-4E8A-9B8C-914484AF6270}" srcOrd="0" destOrd="0" presId="urn:microsoft.com/office/officeart/2016/7/layout/VerticalHollowActionList"/>
    <dgm:cxn modelId="{53490C7E-D438-4EC5-9147-71D7159B4FF8}" type="presOf" srcId="{097B2806-E536-4FD8-BA9F-7D920E1C5DB1}" destId="{0EAE9009-CC24-4D70-B636-79F2A1DFB18D}" srcOrd="0" destOrd="0" presId="urn:microsoft.com/office/officeart/2016/7/layout/VerticalHollowActionList"/>
    <dgm:cxn modelId="{C887F885-5ED9-4FEC-B4A0-6A4CBF39EEC7}" type="presOf" srcId="{B042E9A3-688B-484B-BDAA-A931CE7B08C3}" destId="{E47D7760-071E-4FA1-8537-3DEEB193B22C}" srcOrd="0" destOrd="0" presId="urn:microsoft.com/office/officeart/2016/7/layout/VerticalHollowActionList"/>
    <dgm:cxn modelId="{ED189C86-BE11-40FA-A785-3C0BB77E84EE}" srcId="{7E0D7CB8-38A5-4DAA-8BE4-569F0FF6B3A8}" destId="{1751C80B-C99D-4461-95C3-04E2C397A3DC}" srcOrd="0" destOrd="0" parTransId="{6C85ADDF-70F0-46F2-BD09-4A19F07DADD1}" sibTransId="{A12D5B4F-811D-4D3F-87F7-B5E2CB6DAD0D}"/>
    <dgm:cxn modelId="{7382128C-90FB-48B1-B08F-B17E3DE85C07}" srcId="{EFFCDFF2-8FBB-436B-8A1C-C8D698F32E7B}" destId="{7E0D7CB8-38A5-4DAA-8BE4-569F0FF6B3A8}" srcOrd="0" destOrd="0" parTransId="{219AA492-0C93-4D70-99E3-3D38FECA656F}" sibTransId="{8677C223-196E-4B28-A25E-2B2FCF42B2D9}"/>
    <dgm:cxn modelId="{9CD4D093-C934-429D-B0F0-20A0B7522E73}" srcId="{07604262-3AF5-424D-B48A-7D1F588F5B91}" destId="{39FAD844-F0A0-4C47-8D5E-FA784DC1F523}" srcOrd="0" destOrd="0" parTransId="{0A7BFCE1-96DE-4066-910B-1A7CF0E9995A}" sibTransId="{1A8455F3-0999-4195-9348-ACFBB7FBFF62}"/>
    <dgm:cxn modelId="{EA56169F-6A35-4766-9572-BE799A5015AF}" srcId="{EFFCDFF2-8FBB-436B-8A1C-C8D698F32E7B}" destId="{8297A9C7-A322-4E54-A75F-71807B136C4C}" srcOrd="2" destOrd="0" parTransId="{51AC0878-829A-4B37-A346-40B4EFDA6464}" sibTransId="{BEAF093F-91A5-4209-9EF6-E814A74F8549}"/>
    <dgm:cxn modelId="{3A7BBDA7-25A1-49E3-B687-48B19FA17005}" srcId="{5C811512-CF3F-4778-A5F5-0557588F0E53}" destId="{A70FE899-C2E9-4E89-AE07-D54C4998FABF}" srcOrd="0" destOrd="0" parTransId="{964BF2A0-9B45-4744-9A37-6E07794B5CFD}" sibTransId="{9BDA69EF-328B-4391-9107-33589963D9C9}"/>
    <dgm:cxn modelId="{F2B80EAB-BBF3-422B-AEF7-86D60A94649F}" srcId="{EFFCDFF2-8FBB-436B-8A1C-C8D698F32E7B}" destId="{44BF2827-35F1-4361-8124-1D72DF08C0B7}" srcOrd="1" destOrd="0" parTransId="{A3138B93-4178-41E0-8394-960D8AD5B246}" sibTransId="{70B91F8C-5423-46AD-B0BF-97A6240628C6}"/>
    <dgm:cxn modelId="{9EBC9EB1-96B3-44D3-9AF4-7BC847229B62}" srcId="{44BF2827-35F1-4361-8124-1D72DF08C0B7}" destId="{0D4259DB-ED5C-44C9-9E29-F27430E4E35D}" srcOrd="0" destOrd="0" parTransId="{048E742B-E24F-4FD5-BE0A-6EB1414CCD88}" sibTransId="{B72E4A07-A8F1-43A8-90FC-21AACFAF66A6}"/>
    <dgm:cxn modelId="{882BB0B1-6707-4C83-AA09-4037787AC931}" srcId="{EFFCDFF2-8FBB-436B-8A1C-C8D698F32E7B}" destId="{5C811512-CF3F-4778-A5F5-0557588F0E53}" srcOrd="5" destOrd="0" parTransId="{9A51C366-C5C0-4E9E-9ECC-8461A085116C}" sibTransId="{D9E68C88-2F37-43A5-B467-84007E53E1A8}"/>
    <dgm:cxn modelId="{404D23B3-799D-43B9-89A9-3202F6362F43}" srcId="{EFFCDFF2-8FBB-436B-8A1C-C8D698F32E7B}" destId="{07604262-3AF5-424D-B48A-7D1F588F5B91}" srcOrd="4" destOrd="0" parTransId="{8BF8A62B-4340-4562-A808-3C93092F113D}" sibTransId="{50170271-3BEA-4F10-84A2-36B79C0A3E2A}"/>
    <dgm:cxn modelId="{9E0F56E0-E085-420E-BF09-D92BFDC2471B}" type="presOf" srcId="{1751C80B-C99D-4461-95C3-04E2C397A3DC}" destId="{5ABDC3C7-312D-4EE1-8CE4-2ED56CFCACF5}" srcOrd="0" destOrd="0" presId="urn:microsoft.com/office/officeart/2016/7/layout/VerticalHollowActionList"/>
    <dgm:cxn modelId="{CF543EEA-2BEE-408A-BE98-98ADAE903B1E}" type="presOf" srcId="{0D4259DB-ED5C-44C9-9E29-F27430E4E35D}" destId="{26A81AD4-4162-4C7E-9F55-46FB7AA17445}" srcOrd="0" destOrd="0" presId="urn:microsoft.com/office/officeart/2016/7/layout/VerticalHollowActionList"/>
    <dgm:cxn modelId="{18EC6026-3F0C-4A68-AD1E-8E6CADC6585D}" type="presParOf" srcId="{BBC93F72-9257-42BF-98EA-DDBCFEA44AF1}" destId="{53B4A484-B756-4BB4-BD74-B2FBC8F42D83}" srcOrd="0" destOrd="0" presId="urn:microsoft.com/office/officeart/2016/7/layout/VerticalHollowActionList"/>
    <dgm:cxn modelId="{0BF0563E-B564-4D90-A25A-F74204FF1B92}" type="presParOf" srcId="{53B4A484-B756-4BB4-BD74-B2FBC8F42D83}" destId="{CFEC36DE-DE61-4EF7-9D3C-C09DF23F353F}" srcOrd="0" destOrd="0" presId="urn:microsoft.com/office/officeart/2016/7/layout/VerticalHollowActionList"/>
    <dgm:cxn modelId="{966D145C-BC77-4350-ACCD-4CF286E8359C}" type="presParOf" srcId="{53B4A484-B756-4BB4-BD74-B2FBC8F42D83}" destId="{5ABDC3C7-312D-4EE1-8CE4-2ED56CFCACF5}" srcOrd="1" destOrd="0" presId="urn:microsoft.com/office/officeart/2016/7/layout/VerticalHollowActionList"/>
    <dgm:cxn modelId="{D8C95B23-B2CF-4269-BBB6-D31C71F362E9}" type="presParOf" srcId="{BBC93F72-9257-42BF-98EA-DDBCFEA44AF1}" destId="{DA88BBB7-7621-4341-97DA-110149B45FB1}" srcOrd="1" destOrd="0" presId="urn:microsoft.com/office/officeart/2016/7/layout/VerticalHollowActionList"/>
    <dgm:cxn modelId="{75A627AB-AEA0-4EFF-9AEE-1D1073460905}" type="presParOf" srcId="{BBC93F72-9257-42BF-98EA-DDBCFEA44AF1}" destId="{7AAF301C-0937-40DC-8D93-D00922F77E18}" srcOrd="2" destOrd="0" presId="urn:microsoft.com/office/officeart/2016/7/layout/VerticalHollowActionList"/>
    <dgm:cxn modelId="{FB8E3351-CBD2-462C-A53C-265DEF5E2761}" type="presParOf" srcId="{7AAF301C-0937-40DC-8D93-D00922F77E18}" destId="{9419C662-680F-4E8A-9B8C-914484AF6270}" srcOrd="0" destOrd="0" presId="urn:microsoft.com/office/officeart/2016/7/layout/VerticalHollowActionList"/>
    <dgm:cxn modelId="{13CDD7BD-AB78-4F80-80AF-23D23C37D5D0}" type="presParOf" srcId="{7AAF301C-0937-40DC-8D93-D00922F77E18}" destId="{26A81AD4-4162-4C7E-9F55-46FB7AA17445}" srcOrd="1" destOrd="0" presId="urn:microsoft.com/office/officeart/2016/7/layout/VerticalHollowActionList"/>
    <dgm:cxn modelId="{610CD8AD-109F-4CFC-A25A-81645863C87E}" type="presParOf" srcId="{BBC93F72-9257-42BF-98EA-DDBCFEA44AF1}" destId="{18E77148-7441-4B11-BE81-CAB065A207F5}" srcOrd="3" destOrd="0" presId="urn:microsoft.com/office/officeart/2016/7/layout/VerticalHollowActionList"/>
    <dgm:cxn modelId="{DE5F813C-B9E2-4DA8-8C7B-A2E3B204269A}" type="presParOf" srcId="{BBC93F72-9257-42BF-98EA-DDBCFEA44AF1}" destId="{D7973C45-8A38-4094-825D-1D16302FFA7B}" srcOrd="4" destOrd="0" presId="urn:microsoft.com/office/officeart/2016/7/layout/VerticalHollowActionList"/>
    <dgm:cxn modelId="{EA158FEA-C47D-424F-A38C-F461A88C61AB}" type="presParOf" srcId="{D7973C45-8A38-4094-825D-1D16302FFA7B}" destId="{61098FAD-E0C3-4F51-B514-E32CD72B8B02}" srcOrd="0" destOrd="0" presId="urn:microsoft.com/office/officeart/2016/7/layout/VerticalHollowActionList"/>
    <dgm:cxn modelId="{056D28D3-9F82-4A2B-A20C-D72901AF2019}" type="presParOf" srcId="{D7973C45-8A38-4094-825D-1D16302FFA7B}" destId="{F781AA0B-8AA2-488D-8C59-37FAFF3C9DC5}" srcOrd="1" destOrd="0" presId="urn:microsoft.com/office/officeart/2016/7/layout/VerticalHollowActionList"/>
    <dgm:cxn modelId="{657DE890-A91E-4A1C-B06A-C15850174001}" type="presParOf" srcId="{BBC93F72-9257-42BF-98EA-DDBCFEA44AF1}" destId="{1662636E-40FD-445F-9BE2-F7CB1233F927}" srcOrd="5" destOrd="0" presId="urn:microsoft.com/office/officeart/2016/7/layout/VerticalHollowActionList"/>
    <dgm:cxn modelId="{49DAD93B-5143-4B59-A13C-11EAB373366C}" type="presParOf" srcId="{BBC93F72-9257-42BF-98EA-DDBCFEA44AF1}" destId="{04BEB44C-16A1-498E-86D0-EFAC8C082433}" srcOrd="6" destOrd="0" presId="urn:microsoft.com/office/officeart/2016/7/layout/VerticalHollowActionList"/>
    <dgm:cxn modelId="{9BF00452-50F8-4AD4-BC55-930F3A49112A}" type="presParOf" srcId="{04BEB44C-16A1-498E-86D0-EFAC8C082433}" destId="{E47D7760-071E-4FA1-8537-3DEEB193B22C}" srcOrd="0" destOrd="0" presId="urn:microsoft.com/office/officeart/2016/7/layout/VerticalHollowActionList"/>
    <dgm:cxn modelId="{255881C9-3AE5-40F6-8E0D-2BB2715DE998}" type="presParOf" srcId="{04BEB44C-16A1-498E-86D0-EFAC8C082433}" destId="{0EAE9009-CC24-4D70-B636-79F2A1DFB18D}" srcOrd="1" destOrd="0" presId="urn:microsoft.com/office/officeart/2016/7/layout/VerticalHollowActionList"/>
    <dgm:cxn modelId="{088F3CF4-0132-4B1F-8639-56EDCD226FD7}" type="presParOf" srcId="{BBC93F72-9257-42BF-98EA-DDBCFEA44AF1}" destId="{848D456A-04A3-492A-8CB9-6DA23B96663D}" srcOrd="7" destOrd="0" presId="urn:microsoft.com/office/officeart/2016/7/layout/VerticalHollowActionList"/>
    <dgm:cxn modelId="{3E2E4E61-BF63-458C-83BC-A95F7C4BEB70}" type="presParOf" srcId="{BBC93F72-9257-42BF-98EA-DDBCFEA44AF1}" destId="{E2777ABC-01DC-4856-8EA6-AB95CA2B7B3A}" srcOrd="8" destOrd="0" presId="urn:microsoft.com/office/officeart/2016/7/layout/VerticalHollowActionList"/>
    <dgm:cxn modelId="{033E8691-2CCE-4D19-B70A-B06635127559}" type="presParOf" srcId="{E2777ABC-01DC-4856-8EA6-AB95CA2B7B3A}" destId="{FD159913-851A-4C53-AE79-1F397C2D5B89}" srcOrd="0" destOrd="0" presId="urn:microsoft.com/office/officeart/2016/7/layout/VerticalHollowActionList"/>
    <dgm:cxn modelId="{4AAAAFED-62CC-4F35-AE62-280F5ABDBBD0}" type="presParOf" srcId="{E2777ABC-01DC-4856-8EA6-AB95CA2B7B3A}" destId="{50B6D82E-DCF1-4530-8F3D-F8093A7BFC30}" srcOrd="1" destOrd="0" presId="urn:microsoft.com/office/officeart/2016/7/layout/VerticalHollowActionList"/>
    <dgm:cxn modelId="{35099C39-D123-4E60-A119-7C319FE1008D}" type="presParOf" srcId="{BBC93F72-9257-42BF-98EA-DDBCFEA44AF1}" destId="{4A6432DD-D703-499E-89A4-4EEDB120808B}" srcOrd="9" destOrd="0" presId="urn:microsoft.com/office/officeart/2016/7/layout/VerticalHollowActionList"/>
    <dgm:cxn modelId="{6098B5CB-B1A7-44D5-A781-AE8DBEF24E18}" type="presParOf" srcId="{BBC93F72-9257-42BF-98EA-DDBCFEA44AF1}" destId="{47E6A90C-B526-415D-B9F1-3F691ED50C16}" srcOrd="10" destOrd="0" presId="urn:microsoft.com/office/officeart/2016/7/layout/VerticalHollowActionList"/>
    <dgm:cxn modelId="{2AFF024C-3716-4FBA-A399-9423FE21489C}" type="presParOf" srcId="{47E6A90C-B526-415D-B9F1-3F691ED50C16}" destId="{2E11E971-AAB4-475D-A71A-62DBFAD126F1}" srcOrd="0" destOrd="0" presId="urn:microsoft.com/office/officeart/2016/7/layout/VerticalHollowActionList"/>
    <dgm:cxn modelId="{1D6C1693-3EF6-40D6-A7A9-59C93C85FB47}" type="presParOf" srcId="{47E6A90C-B526-415D-B9F1-3F691ED50C16}" destId="{75DA215B-EF38-4BA9-B50A-7854EFF4A733}" srcOrd="1" destOrd="0" presId="urn:microsoft.com/office/officeart/2016/7/layout/VerticalHollow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4CF4122-4100-4487-92AC-CA60CF31EA48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535AC32-A701-4955-8ED4-2DECFB63A50B}">
      <dgm:prSet/>
      <dgm:spPr/>
      <dgm:t>
        <a:bodyPr/>
        <a:lstStyle/>
        <a:p>
          <a:r>
            <a:rPr lang="en-US"/>
            <a:t>• Organized Notice Management</a:t>
          </a:r>
        </a:p>
      </dgm:t>
    </dgm:pt>
    <dgm:pt modelId="{FFA71868-57E9-42BA-BA21-38B1EA1EBE16}" type="parTrans" cxnId="{BCC8B700-01B6-4193-A5D1-7BC4B73AF0E7}">
      <dgm:prSet/>
      <dgm:spPr/>
      <dgm:t>
        <a:bodyPr/>
        <a:lstStyle/>
        <a:p>
          <a:endParaRPr lang="en-US"/>
        </a:p>
      </dgm:t>
    </dgm:pt>
    <dgm:pt modelId="{2884240B-969E-4D04-A9A3-6835F85FFC62}" type="sibTrans" cxnId="{BCC8B700-01B6-4193-A5D1-7BC4B73AF0E7}">
      <dgm:prSet/>
      <dgm:spPr/>
      <dgm:t>
        <a:bodyPr/>
        <a:lstStyle/>
        <a:p>
          <a:endParaRPr lang="en-US"/>
        </a:p>
      </dgm:t>
    </dgm:pt>
    <dgm:pt modelId="{3898F780-785A-41A8-8F9F-0AB1BFDBA879}">
      <dgm:prSet/>
      <dgm:spPr/>
      <dgm:t>
        <a:bodyPr/>
        <a:lstStyle/>
        <a:p>
          <a:r>
            <a:rPr lang="en-US"/>
            <a:t>• Easy CRUD Operations</a:t>
          </a:r>
        </a:p>
      </dgm:t>
    </dgm:pt>
    <dgm:pt modelId="{80AFDFD2-2201-454D-91A7-00407375812E}" type="parTrans" cxnId="{1EA82B95-9AAF-4C9D-9195-ED3B3CF985B6}">
      <dgm:prSet/>
      <dgm:spPr/>
      <dgm:t>
        <a:bodyPr/>
        <a:lstStyle/>
        <a:p>
          <a:endParaRPr lang="en-US"/>
        </a:p>
      </dgm:t>
    </dgm:pt>
    <dgm:pt modelId="{96C218EE-98BB-4023-B85D-1C6DEE7AA053}" type="sibTrans" cxnId="{1EA82B95-9AAF-4C9D-9195-ED3B3CF985B6}">
      <dgm:prSet/>
      <dgm:spPr/>
      <dgm:t>
        <a:bodyPr/>
        <a:lstStyle/>
        <a:p>
          <a:endParaRPr lang="en-US"/>
        </a:p>
      </dgm:t>
    </dgm:pt>
    <dgm:pt modelId="{1132B46E-75C9-4581-BF05-2C57C780D1B9}">
      <dgm:prSet/>
      <dgm:spPr/>
      <dgm:t>
        <a:bodyPr/>
        <a:lstStyle/>
        <a:p>
          <a:r>
            <a:rPr lang="en-US"/>
            <a:t>• Category Based Filtering</a:t>
          </a:r>
        </a:p>
      </dgm:t>
    </dgm:pt>
    <dgm:pt modelId="{F9B74529-1D1F-4C8F-9992-5B645A1E1971}" type="parTrans" cxnId="{0084D721-5453-49ED-A84A-D832656CEA85}">
      <dgm:prSet/>
      <dgm:spPr/>
      <dgm:t>
        <a:bodyPr/>
        <a:lstStyle/>
        <a:p>
          <a:endParaRPr lang="en-US"/>
        </a:p>
      </dgm:t>
    </dgm:pt>
    <dgm:pt modelId="{D355EB26-DDC7-4607-894A-04C29CC949FE}" type="sibTrans" cxnId="{0084D721-5453-49ED-A84A-D832656CEA85}">
      <dgm:prSet/>
      <dgm:spPr/>
      <dgm:t>
        <a:bodyPr/>
        <a:lstStyle/>
        <a:p>
          <a:endParaRPr lang="en-US"/>
        </a:p>
      </dgm:t>
    </dgm:pt>
    <dgm:pt modelId="{46BA1F6C-DE6F-41AF-8D6F-D9CBE22DF57C}">
      <dgm:prSet/>
      <dgm:spPr/>
      <dgm:t>
        <a:bodyPr/>
        <a:lstStyle/>
        <a:p>
          <a:r>
            <a:rPr lang="en-US"/>
            <a:t>• Persistent Data Storage</a:t>
          </a:r>
        </a:p>
      </dgm:t>
    </dgm:pt>
    <dgm:pt modelId="{E6F24A73-6610-48C8-97FA-1AC9BC4C4206}" type="parTrans" cxnId="{9CA7FBA1-902A-46A6-BEDF-DAA52FAEF8B2}">
      <dgm:prSet/>
      <dgm:spPr/>
      <dgm:t>
        <a:bodyPr/>
        <a:lstStyle/>
        <a:p>
          <a:endParaRPr lang="en-US"/>
        </a:p>
      </dgm:t>
    </dgm:pt>
    <dgm:pt modelId="{BB46B2D1-7BA0-4DEA-9F73-D7D871930F13}" type="sibTrans" cxnId="{9CA7FBA1-902A-46A6-BEDF-DAA52FAEF8B2}">
      <dgm:prSet/>
      <dgm:spPr/>
      <dgm:t>
        <a:bodyPr/>
        <a:lstStyle/>
        <a:p>
          <a:endParaRPr lang="en-US"/>
        </a:p>
      </dgm:t>
    </dgm:pt>
    <dgm:pt modelId="{2ED04D38-4C49-48EA-B89B-FFED250BFD97}">
      <dgm:prSet/>
      <dgm:spPr/>
      <dgm:t>
        <a:bodyPr/>
        <a:lstStyle/>
        <a:p>
          <a:r>
            <a:rPr lang="en-US"/>
            <a:t>• User Friendly GUI</a:t>
          </a:r>
        </a:p>
      </dgm:t>
    </dgm:pt>
    <dgm:pt modelId="{43A0BFF5-89E8-4FAF-B96C-86144257A4B0}" type="parTrans" cxnId="{D5EEBBD9-944B-419C-B1CB-60EC824FFF8A}">
      <dgm:prSet/>
      <dgm:spPr/>
      <dgm:t>
        <a:bodyPr/>
        <a:lstStyle/>
        <a:p>
          <a:endParaRPr lang="en-US"/>
        </a:p>
      </dgm:t>
    </dgm:pt>
    <dgm:pt modelId="{308FD678-0516-42DB-A3A6-5EBFEAB6F132}" type="sibTrans" cxnId="{D5EEBBD9-944B-419C-B1CB-60EC824FFF8A}">
      <dgm:prSet/>
      <dgm:spPr/>
      <dgm:t>
        <a:bodyPr/>
        <a:lstStyle/>
        <a:p>
          <a:endParaRPr lang="en-US"/>
        </a:p>
      </dgm:t>
    </dgm:pt>
    <dgm:pt modelId="{92B2F5E1-2A23-4B33-9C34-4CF69AAA4291}" type="pres">
      <dgm:prSet presAssocID="{D4CF4122-4100-4487-92AC-CA60CF31EA48}" presName="diagram" presStyleCnt="0">
        <dgm:presLayoutVars>
          <dgm:dir/>
          <dgm:resizeHandles val="exact"/>
        </dgm:presLayoutVars>
      </dgm:prSet>
      <dgm:spPr/>
    </dgm:pt>
    <dgm:pt modelId="{F5D25488-E7EC-42EA-A307-5DA33EE53C47}" type="pres">
      <dgm:prSet presAssocID="{0535AC32-A701-4955-8ED4-2DECFB63A50B}" presName="node" presStyleLbl="node1" presStyleIdx="0" presStyleCnt="5">
        <dgm:presLayoutVars>
          <dgm:bulletEnabled val="1"/>
        </dgm:presLayoutVars>
      </dgm:prSet>
      <dgm:spPr/>
    </dgm:pt>
    <dgm:pt modelId="{55FE82EC-5DE8-4E1A-AD7D-81AADAC66775}" type="pres">
      <dgm:prSet presAssocID="{2884240B-969E-4D04-A9A3-6835F85FFC62}" presName="sibTrans" presStyleCnt="0"/>
      <dgm:spPr/>
    </dgm:pt>
    <dgm:pt modelId="{C1BB6019-C0EB-4892-86EF-7752F4AC8954}" type="pres">
      <dgm:prSet presAssocID="{3898F780-785A-41A8-8F9F-0AB1BFDBA879}" presName="node" presStyleLbl="node1" presStyleIdx="1" presStyleCnt="5">
        <dgm:presLayoutVars>
          <dgm:bulletEnabled val="1"/>
        </dgm:presLayoutVars>
      </dgm:prSet>
      <dgm:spPr/>
    </dgm:pt>
    <dgm:pt modelId="{FB6568B5-80F6-45D0-84CD-EA350C1A6C8C}" type="pres">
      <dgm:prSet presAssocID="{96C218EE-98BB-4023-B85D-1C6DEE7AA053}" presName="sibTrans" presStyleCnt="0"/>
      <dgm:spPr/>
    </dgm:pt>
    <dgm:pt modelId="{326D7CCC-19AF-4196-86A3-3FB09CB3F4CB}" type="pres">
      <dgm:prSet presAssocID="{1132B46E-75C9-4581-BF05-2C57C780D1B9}" presName="node" presStyleLbl="node1" presStyleIdx="2" presStyleCnt="5">
        <dgm:presLayoutVars>
          <dgm:bulletEnabled val="1"/>
        </dgm:presLayoutVars>
      </dgm:prSet>
      <dgm:spPr/>
    </dgm:pt>
    <dgm:pt modelId="{B766F4A1-C280-43C1-9A19-F8BAB9277228}" type="pres">
      <dgm:prSet presAssocID="{D355EB26-DDC7-4607-894A-04C29CC949FE}" presName="sibTrans" presStyleCnt="0"/>
      <dgm:spPr/>
    </dgm:pt>
    <dgm:pt modelId="{7FBBB4AE-FBDC-4FA1-83FA-650813052392}" type="pres">
      <dgm:prSet presAssocID="{46BA1F6C-DE6F-41AF-8D6F-D9CBE22DF57C}" presName="node" presStyleLbl="node1" presStyleIdx="3" presStyleCnt="5">
        <dgm:presLayoutVars>
          <dgm:bulletEnabled val="1"/>
        </dgm:presLayoutVars>
      </dgm:prSet>
      <dgm:spPr/>
    </dgm:pt>
    <dgm:pt modelId="{C1E70C11-7088-45C3-A6A5-BF98B27DB24C}" type="pres">
      <dgm:prSet presAssocID="{BB46B2D1-7BA0-4DEA-9F73-D7D871930F13}" presName="sibTrans" presStyleCnt="0"/>
      <dgm:spPr/>
    </dgm:pt>
    <dgm:pt modelId="{E9CA90E5-4E01-4C75-8AAA-13D6B703F403}" type="pres">
      <dgm:prSet presAssocID="{2ED04D38-4C49-48EA-B89B-FFED250BFD97}" presName="node" presStyleLbl="node1" presStyleIdx="4" presStyleCnt="5">
        <dgm:presLayoutVars>
          <dgm:bulletEnabled val="1"/>
        </dgm:presLayoutVars>
      </dgm:prSet>
      <dgm:spPr/>
    </dgm:pt>
  </dgm:ptLst>
  <dgm:cxnLst>
    <dgm:cxn modelId="{BCC8B700-01B6-4193-A5D1-7BC4B73AF0E7}" srcId="{D4CF4122-4100-4487-92AC-CA60CF31EA48}" destId="{0535AC32-A701-4955-8ED4-2DECFB63A50B}" srcOrd="0" destOrd="0" parTransId="{FFA71868-57E9-42BA-BA21-38B1EA1EBE16}" sibTransId="{2884240B-969E-4D04-A9A3-6835F85FFC62}"/>
    <dgm:cxn modelId="{99D67B12-33B3-4210-A4AF-310AC2D984E7}" type="presOf" srcId="{1132B46E-75C9-4581-BF05-2C57C780D1B9}" destId="{326D7CCC-19AF-4196-86A3-3FB09CB3F4CB}" srcOrd="0" destOrd="0" presId="urn:microsoft.com/office/officeart/2005/8/layout/default"/>
    <dgm:cxn modelId="{0084D721-5453-49ED-A84A-D832656CEA85}" srcId="{D4CF4122-4100-4487-92AC-CA60CF31EA48}" destId="{1132B46E-75C9-4581-BF05-2C57C780D1B9}" srcOrd="2" destOrd="0" parTransId="{F9B74529-1D1F-4C8F-9992-5B645A1E1971}" sibTransId="{D355EB26-DDC7-4607-894A-04C29CC949FE}"/>
    <dgm:cxn modelId="{85E9564F-10BF-44BB-A3C0-6FA5A64511F0}" type="presOf" srcId="{3898F780-785A-41A8-8F9F-0AB1BFDBA879}" destId="{C1BB6019-C0EB-4892-86EF-7752F4AC8954}" srcOrd="0" destOrd="0" presId="urn:microsoft.com/office/officeart/2005/8/layout/default"/>
    <dgm:cxn modelId="{1EA82B95-9AAF-4C9D-9195-ED3B3CF985B6}" srcId="{D4CF4122-4100-4487-92AC-CA60CF31EA48}" destId="{3898F780-785A-41A8-8F9F-0AB1BFDBA879}" srcOrd="1" destOrd="0" parTransId="{80AFDFD2-2201-454D-91A7-00407375812E}" sibTransId="{96C218EE-98BB-4023-B85D-1C6DEE7AA053}"/>
    <dgm:cxn modelId="{9CA7FBA1-902A-46A6-BEDF-DAA52FAEF8B2}" srcId="{D4CF4122-4100-4487-92AC-CA60CF31EA48}" destId="{46BA1F6C-DE6F-41AF-8D6F-D9CBE22DF57C}" srcOrd="3" destOrd="0" parTransId="{E6F24A73-6610-48C8-97FA-1AC9BC4C4206}" sibTransId="{BB46B2D1-7BA0-4DEA-9F73-D7D871930F13}"/>
    <dgm:cxn modelId="{F4837EB4-50FF-4435-AF87-5BAF66B633EC}" type="presOf" srcId="{46BA1F6C-DE6F-41AF-8D6F-D9CBE22DF57C}" destId="{7FBBB4AE-FBDC-4FA1-83FA-650813052392}" srcOrd="0" destOrd="0" presId="urn:microsoft.com/office/officeart/2005/8/layout/default"/>
    <dgm:cxn modelId="{D5EEBBD9-944B-419C-B1CB-60EC824FFF8A}" srcId="{D4CF4122-4100-4487-92AC-CA60CF31EA48}" destId="{2ED04D38-4C49-48EA-B89B-FFED250BFD97}" srcOrd="4" destOrd="0" parTransId="{43A0BFF5-89E8-4FAF-B96C-86144257A4B0}" sibTransId="{308FD678-0516-42DB-A3A6-5EBFEAB6F132}"/>
    <dgm:cxn modelId="{85772AE7-B5C5-4431-8E66-1A1D7EFE6595}" type="presOf" srcId="{2ED04D38-4C49-48EA-B89B-FFED250BFD97}" destId="{E9CA90E5-4E01-4C75-8AAA-13D6B703F403}" srcOrd="0" destOrd="0" presId="urn:microsoft.com/office/officeart/2005/8/layout/default"/>
    <dgm:cxn modelId="{704A6DF5-CCA5-4F81-9E79-4885169E4205}" type="presOf" srcId="{D4CF4122-4100-4487-92AC-CA60CF31EA48}" destId="{92B2F5E1-2A23-4B33-9C34-4CF69AAA4291}" srcOrd="0" destOrd="0" presId="urn:microsoft.com/office/officeart/2005/8/layout/default"/>
    <dgm:cxn modelId="{CDDA61FC-8B66-4230-9A7F-78FE821CDCDC}" type="presOf" srcId="{0535AC32-A701-4955-8ED4-2DECFB63A50B}" destId="{F5D25488-E7EC-42EA-A307-5DA33EE53C47}" srcOrd="0" destOrd="0" presId="urn:microsoft.com/office/officeart/2005/8/layout/default"/>
    <dgm:cxn modelId="{815F88EA-D160-447A-B376-02E22D93257B}" type="presParOf" srcId="{92B2F5E1-2A23-4B33-9C34-4CF69AAA4291}" destId="{F5D25488-E7EC-42EA-A307-5DA33EE53C47}" srcOrd="0" destOrd="0" presId="urn:microsoft.com/office/officeart/2005/8/layout/default"/>
    <dgm:cxn modelId="{2AD74E92-2C1F-426C-BDAB-9682AAB25F64}" type="presParOf" srcId="{92B2F5E1-2A23-4B33-9C34-4CF69AAA4291}" destId="{55FE82EC-5DE8-4E1A-AD7D-81AADAC66775}" srcOrd="1" destOrd="0" presId="urn:microsoft.com/office/officeart/2005/8/layout/default"/>
    <dgm:cxn modelId="{BCB726A3-3FFC-4855-9FA2-4ABAC803F561}" type="presParOf" srcId="{92B2F5E1-2A23-4B33-9C34-4CF69AAA4291}" destId="{C1BB6019-C0EB-4892-86EF-7752F4AC8954}" srcOrd="2" destOrd="0" presId="urn:microsoft.com/office/officeart/2005/8/layout/default"/>
    <dgm:cxn modelId="{D1638DC7-635D-4EB1-87FF-5AD630378A4B}" type="presParOf" srcId="{92B2F5E1-2A23-4B33-9C34-4CF69AAA4291}" destId="{FB6568B5-80F6-45D0-84CD-EA350C1A6C8C}" srcOrd="3" destOrd="0" presId="urn:microsoft.com/office/officeart/2005/8/layout/default"/>
    <dgm:cxn modelId="{6564FA6E-B84A-4EF2-8E7D-3541D5577855}" type="presParOf" srcId="{92B2F5E1-2A23-4B33-9C34-4CF69AAA4291}" destId="{326D7CCC-19AF-4196-86A3-3FB09CB3F4CB}" srcOrd="4" destOrd="0" presId="urn:microsoft.com/office/officeart/2005/8/layout/default"/>
    <dgm:cxn modelId="{892B1537-3ACA-4A53-A086-A170DCF76B15}" type="presParOf" srcId="{92B2F5E1-2A23-4B33-9C34-4CF69AAA4291}" destId="{B766F4A1-C280-43C1-9A19-F8BAB9277228}" srcOrd="5" destOrd="0" presId="urn:microsoft.com/office/officeart/2005/8/layout/default"/>
    <dgm:cxn modelId="{F3E516E1-3DBA-49AC-B91C-5E1505C6F2CF}" type="presParOf" srcId="{92B2F5E1-2A23-4B33-9C34-4CF69AAA4291}" destId="{7FBBB4AE-FBDC-4FA1-83FA-650813052392}" srcOrd="6" destOrd="0" presId="urn:microsoft.com/office/officeart/2005/8/layout/default"/>
    <dgm:cxn modelId="{9C8DFAC6-3069-4A87-99C8-BF3476118C77}" type="presParOf" srcId="{92B2F5E1-2A23-4B33-9C34-4CF69AAA4291}" destId="{C1E70C11-7088-45C3-A6A5-BF98B27DB24C}" srcOrd="7" destOrd="0" presId="urn:microsoft.com/office/officeart/2005/8/layout/default"/>
    <dgm:cxn modelId="{F5B897B3-481E-4DA6-903A-786DA9933A8A}" type="presParOf" srcId="{92B2F5E1-2A23-4B33-9C34-4CF69AAA4291}" destId="{E9CA90E5-4E01-4C75-8AAA-13D6B703F403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696C9FF-031E-4476-A412-9FF8FE1235CF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1D1BA7B9-D7B4-48CF-A8BA-22AC75A69380}">
      <dgm:prSet/>
      <dgm:spPr/>
      <dgm:t>
        <a:bodyPr/>
        <a:lstStyle/>
        <a:p>
          <a:r>
            <a:rPr lang="en-US"/>
            <a:t>Admin Login Authentication</a:t>
          </a:r>
        </a:p>
      </dgm:t>
    </dgm:pt>
    <dgm:pt modelId="{91974BD3-A872-4976-81B0-0A14F50E1069}" type="parTrans" cxnId="{E95383D9-A409-49EC-B1CF-6067C46E4BAF}">
      <dgm:prSet/>
      <dgm:spPr/>
      <dgm:t>
        <a:bodyPr/>
        <a:lstStyle/>
        <a:p>
          <a:endParaRPr lang="en-US"/>
        </a:p>
      </dgm:t>
    </dgm:pt>
    <dgm:pt modelId="{2996936A-3EE1-4611-9337-027C4A421CE2}" type="sibTrans" cxnId="{E95383D9-A409-49EC-B1CF-6067C46E4BAF}">
      <dgm:prSet/>
      <dgm:spPr/>
      <dgm:t>
        <a:bodyPr/>
        <a:lstStyle/>
        <a:p>
          <a:endParaRPr lang="en-US"/>
        </a:p>
      </dgm:t>
    </dgm:pt>
    <dgm:pt modelId="{5021E144-40A0-4124-9E23-205A0B5D8685}">
      <dgm:prSet/>
      <dgm:spPr/>
      <dgm:t>
        <a:bodyPr/>
        <a:lstStyle/>
        <a:p>
          <a:r>
            <a:rPr lang="en-US"/>
            <a:t>Cloud Database Integration</a:t>
          </a:r>
        </a:p>
      </dgm:t>
    </dgm:pt>
    <dgm:pt modelId="{131FEE07-77B7-4622-B4C0-63700D10ED76}" type="parTrans" cxnId="{03E19834-0E95-4553-AE19-33F252ABDA78}">
      <dgm:prSet/>
      <dgm:spPr/>
      <dgm:t>
        <a:bodyPr/>
        <a:lstStyle/>
        <a:p>
          <a:endParaRPr lang="en-US"/>
        </a:p>
      </dgm:t>
    </dgm:pt>
    <dgm:pt modelId="{E561FB9E-AD73-4F97-B50E-42629F239891}" type="sibTrans" cxnId="{03E19834-0E95-4553-AE19-33F252ABDA78}">
      <dgm:prSet/>
      <dgm:spPr/>
      <dgm:t>
        <a:bodyPr/>
        <a:lstStyle/>
        <a:p>
          <a:endParaRPr lang="en-US"/>
        </a:p>
      </dgm:t>
    </dgm:pt>
    <dgm:pt modelId="{4BF4EEFD-0F1F-4214-94A3-C9BB986085ED}">
      <dgm:prSet/>
      <dgm:spPr/>
      <dgm:t>
        <a:bodyPr/>
        <a:lstStyle/>
        <a:p>
          <a:r>
            <a:rPr lang="en-US"/>
            <a:t>Email/SMS Notifications</a:t>
          </a:r>
        </a:p>
      </dgm:t>
    </dgm:pt>
    <dgm:pt modelId="{9C3231B0-0D05-4267-AA04-47477918A21F}" type="parTrans" cxnId="{A1C68E4B-E62B-447B-9C2C-FB55D819198F}">
      <dgm:prSet/>
      <dgm:spPr/>
      <dgm:t>
        <a:bodyPr/>
        <a:lstStyle/>
        <a:p>
          <a:endParaRPr lang="en-US"/>
        </a:p>
      </dgm:t>
    </dgm:pt>
    <dgm:pt modelId="{44B38BD8-2B3B-4EC4-891B-3D2FC28FB33E}" type="sibTrans" cxnId="{A1C68E4B-E62B-447B-9C2C-FB55D819198F}">
      <dgm:prSet/>
      <dgm:spPr/>
      <dgm:t>
        <a:bodyPr/>
        <a:lstStyle/>
        <a:p>
          <a:endParaRPr lang="en-US"/>
        </a:p>
      </dgm:t>
    </dgm:pt>
    <dgm:pt modelId="{D8705B67-1546-4234-84CC-4B94E5E7D899}">
      <dgm:prSet/>
      <dgm:spPr/>
      <dgm:t>
        <a:bodyPr/>
        <a:lstStyle/>
        <a:p>
          <a:r>
            <a:rPr lang="en-US"/>
            <a:t>Web-Based Version</a:t>
          </a:r>
        </a:p>
      </dgm:t>
    </dgm:pt>
    <dgm:pt modelId="{405A8A05-6AD1-4D80-9585-28858E44D28E}" type="parTrans" cxnId="{8641ED8B-3A33-4DBA-B4C4-60CC9742C80E}">
      <dgm:prSet/>
      <dgm:spPr/>
      <dgm:t>
        <a:bodyPr/>
        <a:lstStyle/>
        <a:p>
          <a:endParaRPr lang="en-US"/>
        </a:p>
      </dgm:t>
    </dgm:pt>
    <dgm:pt modelId="{413B2D0C-BBA4-4B09-9B9C-64014750582E}" type="sibTrans" cxnId="{8641ED8B-3A33-4DBA-B4C4-60CC9742C80E}">
      <dgm:prSet/>
      <dgm:spPr/>
      <dgm:t>
        <a:bodyPr/>
        <a:lstStyle/>
        <a:p>
          <a:endParaRPr lang="en-US"/>
        </a:p>
      </dgm:t>
    </dgm:pt>
    <dgm:pt modelId="{72E6AE69-E96C-477D-AD4A-D8D667AE02FA}" type="pres">
      <dgm:prSet presAssocID="{C696C9FF-031E-4476-A412-9FF8FE1235CF}" presName="root" presStyleCnt="0">
        <dgm:presLayoutVars>
          <dgm:dir/>
          <dgm:resizeHandles val="exact"/>
        </dgm:presLayoutVars>
      </dgm:prSet>
      <dgm:spPr/>
    </dgm:pt>
    <dgm:pt modelId="{482CFAAC-B7F7-4B8B-A0F5-1875EAD97888}" type="pres">
      <dgm:prSet presAssocID="{C696C9FF-031E-4476-A412-9FF8FE1235CF}" presName="container" presStyleCnt="0">
        <dgm:presLayoutVars>
          <dgm:dir/>
          <dgm:resizeHandles val="exact"/>
        </dgm:presLayoutVars>
      </dgm:prSet>
      <dgm:spPr/>
    </dgm:pt>
    <dgm:pt modelId="{5AC1203C-EC0C-4032-B4E3-824B514E9221}" type="pres">
      <dgm:prSet presAssocID="{1D1BA7B9-D7B4-48CF-A8BA-22AC75A69380}" presName="compNode" presStyleCnt="0"/>
      <dgm:spPr/>
    </dgm:pt>
    <dgm:pt modelId="{D61E1925-5C35-475A-87C2-E1BEA5D9C342}" type="pres">
      <dgm:prSet presAssocID="{1D1BA7B9-D7B4-48CF-A8BA-22AC75A69380}" presName="iconBgRect" presStyleLbl="bgShp" presStyleIdx="0" presStyleCnt="4"/>
      <dgm:spPr/>
    </dgm:pt>
    <dgm:pt modelId="{9C44CE93-F529-4925-BE92-092C73427052}" type="pres">
      <dgm:prSet presAssocID="{1D1BA7B9-D7B4-48CF-A8BA-22AC75A6938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C4F44A28-9A04-4774-B9F3-70EFBDCE53FC}" type="pres">
      <dgm:prSet presAssocID="{1D1BA7B9-D7B4-48CF-A8BA-22AC75A69380}" presName="spaceRect" presStyleCnt="0"/>
      <dgm:spPr/>
    </dgm:pt>
    <dgm:pt modelId="{8F947111-0DCF-4CF7-A2B3-1AFD1979A447}" type="pres">
      <dgm:prSet presAssocID="{1D1BA7B9-D7B4-48CF-A8BA-22AC75A69380}" presName="textRect" presStyleLbl="revTx" presStyleIdx="0" presStyleCnt="4">
        <dgm:presLayoutVars>
          <dgm:chMax val="1"/>
          <dgm:chPref val="1"/>
        </dgm:presLayoutVars>
      </dgm:prSet>
      <dgm:spPr/>
    </dgm:pt>
    <dgm:pt modelId="{05565F8A-35AF-44DD-9781-C0C8A472A6D8}" type="pres">
      <dgm:prSet presAssocID="{2996936A-3EE1-4611-9337-027C4A421CE2}" presName="sibTrans" presStyleLbl="sibTrans2D1" presStyleIdx="0" presStyleCnt="0"/>
      <dgm:spPr/>
    </dgm:pt>
    <dgm:pt modelId="{543B8A58-5E2A-4520-A02A-F955AA231511}" type="pres">
      <dgm:prSet presAssocID="{5021E144-40A0-4124-9E23-205A0B5D8685}" presName="compNode" presStyleCnt="0"/>
      <dgm:spPr/>
    </dgm:pt>
    <dgm:pt modelId="{A705721E-8AB4-467A-9C50-B53DEBA4F38F}" type="pres">
      <dgm:prSet presAssocID="{5021E144-40A0-4124-9E23-205A0B5D8685}" presName="iconBgRect" presStyleLbl="bgShp" presStyleIdx="1" presStyleCnt="4"/>
      <dgm:spPr/>
    </dgm:pt>
    <dgm:pt modelId="{69C403B7-2FE8-4FA5-BCAF-FCE596FB017A}" type="pres">
      <dgm:prSet presAssocID="{5021E144-40A0-4124-9E23-205A0B5D8685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27301237-CC8B-404F-A040-0BB3F5DF8139}" type="pres">
      <dgm:prSet presAssocID="{5021E144-40A0-4124-9E23-205A0B5D8685}" presName="spaceRect" presStyleCnt="0"/>
      <dgm:spPr/>
    </dgm:pt>
    <dgm:pt modelId="{892D2EC6-E2B5-4F39-83CF-48B4AF01AF2A}" type="pres">
      <dgm:prSet presAssocID="{5021E144-40A0-4124-9E23-205A0B5D8685}" presName="textRect" presStyleLbl="revTx" presStyleIdx="1" presStyleCnt="4">
        <dgm:presLayoutVars>
          <dgm:chMax val="1"/>
          <dgm:chPref val="1"/>
        </dgm:presLayoutVars>
      </dgm:prSet>
      <dgm:spPr/>
    </dgm:pt>
    <dgm:pt modelId="{3BEA1A47-4681-4932-87BC-D53625D75EE0}" type="pres">
      <dgm:prSet presAssocID="{E561FB9E-AD73-4F97-B50E-42629F239891}" presName="sibTrans" presStyleLbl="sibTrans2D1" presStyleIdx="0" presStyleCnt="0"/>
      <dgm:spPr/>
    </dgm:pt>
    <dgm:pt modelId="{F1152B47-B81A-496B-BCE4-13D6C390D91D}" type="pres">
      <dgm:prSet presAssocID="{4BF4EEFD-0F1F-4214-94A3-C9BB986085ED}" presName="compNode" presStyleCnt="0"/>
      <dgm:spPr/>
    </dgm:pt>
    <dgm:pt modelId="{66A51886-F9A0-4100-ADBD-6F1ED1A0E6A7}" type="pres">
      <dgm:prSet presAssocID="{4BF4EEFD-0F1F-4214-94A3-C9BB986085ED}" presName="iconBgRect" presStyleLbl="bgShp" presStyleIdx="2" presStyleCnt="4"/>
      <dgm:spPr/>
    </dgm:pt>
    <dgm:pt modelId="{9175B839-30AD-4C55-BF37-0EFDB26912C5}" type="pres">
      <dgm:prSet presAssocID="{4BF4EEFD-0F1F-4214-94A3-C9BB986085E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E4C8B105-CD6A-44CA-A386-0856AE970B62}" type="pres">
      <dgm:prSet presAssocID="{4BF4EEFD-0F1F-4214-94A3-C9BB986085ED}" presName="spaceRect" presStyleCnt="0"/>
      <dgm:spPr/>
    </dgm:pt>
    <dgm:pt modelId="{1BF6B25F-3F96-4561-B273-4D9BB156884C}" type="pres">
      <dgm:prSet presAssocID="{4BF4EEFD-0F1F-4214-94A3-C9BB986085ED}" presName="textRect" presStyleLbl="revTx" presStyleIdx="2" presStyleCnt="4">
        <dgm:presLayoutVars>
          <dgm:chMax val="1"/>
          <dgm:chPref val="1"/>
        </dgm:presLayoutVars>
      </dgm:prSet>
      <dgm:spPr/>
    </dgm:pt>
    <dgm:pt modelId="{38B49E42-D5E0-4898-807F-DED46FE04D5D}" type="pres">
      <dgm:prSet presAssocID="{44B38BD8-2B3B-4EC4-891B-3D2FC28FB33E}" presName="sibTrans" presStyleLbl="sibTrans2D1" presStyleIdx="0" presStyleCnt="0"/>
      <dgm:spPr/>
    </dgm:pt>
    <dgm:pt modelId="{15D7A0ED-F758-4E9F-8671-0E724B232B20}" type="pres">
      <dgm:prSet presAssocID="{D8705B67-1546-4234-84CC-4B94E5E7D899}" presName="compNode" presStyleCnt="0"/>
      <dgm:spPr/>
    </dgm:pt>
    <dgm:pt modelId="{D0017847-FEFB-4B45-8020-32AF372E6FE2}" type="pres">
      <dgm:prSet presAssocID="{D8705B67-1546-4234-84CC-4B94E5E7D899}" presName="iconBgRect" presStyleLbl="bgShp" presStyleIdx="3" presStyleCnt="4"/>
      <dgm:spPr/>
    </dgm:pt>
    <dgm:pt modelId="{1E621A65-54DC-4F48-98F9-37A69B57CD07}" type="pres">
      <dgm:prSet presAssocID="{D8705B67-1546-4234-84CC-4B94E5E7D899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88077FE3-F35D-44B7-A8D3-476922E8C9A7}" type="pres">
      <dgm:prSet presAssocID="{D8705B67-1546-4234-84CC-4B94E5E7D899}" presName="spaceRect" presStyleCnt="0"/>
      <dgm:spPr/>
    </dgm:pt>
    <dgm:pt modelId="{4B1D18AA-108E-48F6-B9DE-3B7532CE717B}" type="pres">
      <dgm:prSet presAssocID="{D8705B67-1546-4234-84CC-4B94E5E7D899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03E19834-0E95-4553-AE19-33F252ABDA78}" srcId="{C696C9FF-031E-4476-A412-9FF8FE1235CF}" destId="{5021E144-40A0-4124-9E23-205A0B5D8685}" srcOrd="1" destOrd="0" parTransId="{131FEE07-77B7-4622-B4C0-63700D10ED76}" sibTransId="{E561FB9E-AD73-4F97-B50E-42629F239891}"/>
    <dgm:cxn modelId="{99087246-3DFF-41E3-BBB6-F7EEDB3233C7}" type="presOf" srcId="{D8705B67-1546-4234-84CC-4B94E5E7D899}" destId="{4B1D18AA-108E-48F6-B9DE-3B7532CE717B}" srcOrd="0" destOrd="0" presId="urn:microsoft.com/office/officeart/2018/2/layout/IconCircleList"/>
    <dgm:cxn modelId="{FE4F7D68-1DF3-41F7-9D04-73B04454261B}" type="presOf" srcId="{C696C9FF-031E-4476-A412-9FF8FE1235CF}" destId="{72E6AE69-E96C-477D-AD4A-D8D667AE02FA}" srcOrd="0" destOrd="0" presId="urn:microsoft.com/office/officeart/2018/2/layout/IconCircleList"/>
    <dgm:cxn modelId="{A1C68E4B-E62B-447B-9C2C-FB55D819198F}" srcId="{C696C9FF-031E-4476-A412-9FF8FE1235CF}" destId="{4BF4EEFD-0F1F-4214-94A3-C9BB986085ED}" srcOrd="2" destOrd="0" parTransId="{9C3231B0-0D05-4267-AA04-47477918A21F}" sibTransId="{44B38BD8-2B3B-4EC4-891B-3D2FC28FB33E}"/>
    <dgm:cxn modelId="{741FA782-D21A-4389-B2E3-934856DCCF41}" type="presOf" srcId="{44B38BD8-2B3B-4EC4-891B-3D2FC28FB33E}" destId="{38B49E42-D5E0-4898-807F-DED46FE04D5D}" srcOrd="0" destOrd="0" presId="urn:microsoft.com/office/officeart/2018/2/layout/IconCircleList"/>
    <dgm:cxn modelId="{8641ED8B-3A33-4DBA-B4C4-60CC9742C80E}" srcId="{C696C9FF-031E-4476-A412-9FF8FE1235CF}" destId="{D8705B67-1546-4234-84CC-4B94E5E7D899}" srcOrd="3" destOrd="0" parTransId="{405A8A05-6AD1-4D80-9585-28858E44D28E}" sibTransId="{413B2D0C-BBA4-4B09-9B9C-64014750582E}"/>
    <dgm:cxn modelId="{B64F79A8-E2C2-4D9E-9FC8-8ECC7BA5CE81}" type="presOf" srcId="{2996936A-3EE1-4611-9337-027C4A421CE2}" destId="{05565F8A-35AF-44DD-9781-C0C8A472A6D8}" srcOrd="0" destOrd="0" presId="urn:microsoft.com/office/officeart/2018/2/layout/IconCircleList"/>
    <dgm:cxn modelId="{A741C5AB-AAB0-49F7-95E1-B25C0C6E5652}" type="presOf" srcId="{E561FB9E-AD73-4F97-B50E-42629F239891}" destId="{3BEA1A47-4681-4932-87BC-D53625D75EE0}" srcOrd="0" destOrd="0" presId="urn:microsoft.com/office/officeart/2018/2/layout/IconCircleList"/>
    <dgm:cxn modelId="{884B52B6-AEF7-43B4-B84A-465DD2E173C3}" type="presOf" srcId="{5021E144-40A0-4124-9E23-205A0B5D8685}" destId="{892D2EC6-E2B5-4F39-83CF-48B4AF01AF2A}" srcOrd="0" destOrd="0" presId="urn:microsoft.com/office/officeart/2018/2/layout/IconCircleList"/>
    <dgm:cxn modelId="{378C6DB7-E17D-4E8D-9826-F7D258B4BDC2}" type="presOf" srcId="{1D1BA7B9-D7B4-48CF-A8BA-22AC75A69380}" destId="{8F947111-0DCF-4CF7-A2B3-1AFD1979A447}" srcOrd="0" destOrd="0" presId="urn:microsoft.com/office/officeart/2018/2/layout/IconCircleList"/>
    <dgm:cxn modelId="{21F000CE-0D81-42B6-9398-9F6DC5703EB2}" type="presOf" srcId="{4BF4EEFD-0F1F-4214-94A3-C9BB986085ED}" destId="{1BF6B25F-3F96-4561-B273-4D9BB156884C}" srcOrd="0" destOrd="0" presId="urn:microsoft.com/office/officeart/2018/2/layout/IconCircleList"/>
    <dgm:cxn modelId="{E95383D9-A409-49EC-B1CF-6067C46E4BAF}" srcId="{C696C9FF-031E-4476-A412-9FF8FE1235CF}" destId="{1D1BA7B9-D7B4-48CF-A8BA-22AC75A69380}" srcOrd="0" destOrd="0" parTransId="{91974BD3-A872-4976-81B0-0A14F50E1069}" sibTransId="{2996936A-3EE1-4611-9337-027C4A421CE2}"/>
    <dgm:cxn modelId="{418744F3-0878-4BB5-95EF-894ED954C9B6}" type="presParOf" srcId="{72E6AE69-E96C-477D-AD4A-D8D667AE02FA}" destId="{482CFAAC-B7F7-4B8B-A0F5-1875EAD97888}" srcOrd="0" destOrd="0" presId="urn:microsoft.com/office/officeart/2018/2/layout/IconCircleList"/>
    <dgm:cxn modelId="{75EFD9D0-F0A1-4431-85FB-D99443B161B6}" type="presParOf" srcId="{482CFAAC-B7F7-4B8B-A0F5-1875EAD97888}" destId="{5AC1203C-EC0C-4032-B4E3-824B514E9221}" srcOrd="0" destOrd="0" presId="urn:microsoft.com/office/officeart/2018/2/layout/IconCircleList"/>
    <dgm:cxn modelId="{513B53B1-19B7-4951-BD85-284DAF353203}" type="presParOf" srcId="{5AC1203C-EC0C-4032-B4E3-824B514E9221}" destId="{D61E1925-5C35-475A-87C2-E1BEA5D9C342}" srcOrd="0" destOrd="0" presId="urn:microsoft.com/office/officeart/2018/2/layout/IconCircleList"/>
    <dgm:cxn modelId="{C8F7C031-557B-4C84-9218-0E86A2E7A9E4}" type="presParOf" srcId="{5AC1203C-EC0C-4032-B4E3-824B514E9221}" destId="{9C44CE93-F529-4925-BE92-092C73427052}" srcOrd="1" destOrd="0" presId="urn:microsoft.com/office/officeart/2018/2/layout/IconCircleList"/>
    <dgm:cxn modelId="{CAEEEDA2-082B-4C0F-90BC-A970AED85D3F}" type="presParOf" srcId="{5AC1203C-EC0C-4032-B4E3-824B514E9221}" destId="{C4F44A28-9A04-4774-B9F3-70EFBDCE53FC}" srcOrd="2" destOrd="0" presId="urn:microsoft.com/office/officeart/2018/2/layout/IconCircleList"/>
    <dgm:cxn modelId="{CB49D162-6FAC-4114-9584-480FF373F039}" type="presParOf" srcId="{5AC1203C-EC0C-4032-B4E3-824B514E9221}" destId="{8F947111-0DCF-4CF7-A2B3-1AFD1979A447}" srcOrd="3" destOrd="0" presId="urn:microsoft.com/office/officeart/2018/2/layout/IconCircleList"/>
    <dgm:cxn modelId="{3B98DFDC-CE66-4D73-9981-2CBF4E02F650}" type="presParOf" srcId="{482CFAAC-B7F7-4B8B-A0F5-1875EAD97888}" destId="{05565F8A-35AF-44DD-9781-C0C8A472A6D8}" srcOrd="1" destOrd="0" presId="urn:microsoft.com/office/officeart/2018/2/layout/IconCircleList"/>
    <dgm:cxn modelId="{B29574DF-464A-4591-A0EE-FD4B7073D4CD}" type="presParOf" srcId="{482CFAAC-B7F7-4B8B-A0F5-1875EAD97888}" destId="{543B8A58-5E2A-4520-A02A-F955AA231511}" srcOrd="2" destOrd="0" presId="urn:microsoft.com/office/officeart/2018/2/layout/IconCircleList"/>
    <dgm:cxn modelId="{F32EEC54-3BD3-401A-AD33-208832D0BEDB}" type="presParOf" srcId="{543B8A58-5E2A-4520-A02A-F955AA231511}" destId="{A705721E-8AB4-467A-9C50-B53DEBA4F38F}" srcOrd="0" destOrd="0" presId="urn:microsoft.com/office/officeart/2018/2/layout/IconCircleList"/>
    <dgm:cxn modelId="{8613D780-8D57-468B-8006-BB08EBE5B1F0}" type="presParOf" srcId="{543B8A58-5E2A-4520-A02A-F955AA231511}" destId="{69C403B7-2FE8-4FA5-BCAF-FCE596FB017A}" srcOrd="1" destOrd="0" presId="urn:microsoft.com/office/officeart/2018/2/layout/IconCircleList"/>
    <dgm:cxn modelId="{C6E18C9D-406C-4D49-8F11-7532B679A0DF}" type="presParOf" srcId="{543B8A58-5E2A-4520-A02A-F955AA231511}" destId="{27301237-CC8B-404F-A040-0BB3F5DF8139}" srcOrd="2" destOrd="0" presId="urn:microsoft.com/office/officeart/2018/2/layout/IconCircleList"/>
    <dgm:cxn modelId="{707E5BF8-A1C9-4BF8-A113-422DAB08B45B}" type="presParOf" srcId="{543B8A58-5E2A-4520-A02A-F955AA231511}" destId="{892D2EC6-E2B5-4F39-83CF-48B4AF01AF2A}" srcOrd="3" destOrd="0" presId="urn:microsoft.com/office/officeart/2018/2/layout/IconCircleList"/>
    <dgm:cxn modelId="{480B12A3-9444-40BD-8CAA-CFAE84A335E1}" type="presParOf" srcId="{482CFAAC-B7F7-4B8B-A0F5-1875EAD97888}" destId="{3BEA1A47-4681-4932-87BC-D53625D75EE0}" srcOrd="3" destOrd="0" presId="urn:microsoft.com/office/officeart/2018/2/layout/IconCircleList"/>
    <dgm:cxn modelId="{E75BD432-353D-4B94-BE87-58070D541C7B}" type="presParOf" srcId="{482CFAAC-B7F7-4B8B-A0F5-1875EAD97888}" destId="{F1152B47-B81A-496B-BCE4-13D6C390D91D}" srcOrd="4" destOrd="0" presId="urn:microsoft.com/office/officeart/2018/2/layout/IconCircleList"/>
    <dgm:cxn modelId="{EB620C31-6221-471B-BF27-FD1381A0497D}" type="presParOf" srcId="{F1152B47-B81A-496B-BCE4-13D6C390D91D}" destId="{66A51886-F9A0-4100-ADBD-6F1ED1A0E6A7}" srcOrd="0" destOrd="0" presId="urn:microsoft.com/office/officeart/2018/2/layout/IconCircleList"/>
    <dgm:cxn modelId="{EE7D5846-AA65-4893-A467-53A067A04A1E}" type="presParOf" srcId="{F1152B47-B81A-496B-BCE4-13D6C390D91D}" destId="{9175B839-30AD-4C55-BF37-0EFDB26912C5}" srcOrd="1" destOrd="0" presId="urn:microsoft.com/office/officeart/2018/2/layout/IconCircleList"/>
    <dgm:cxn modelId="{61BFA7D5-6C76-474F-B7C3-1A8FB1012DF4}" type="presParOf" srcId="{F1152B47-B81A-496B-BCE4-13D6C390D91D}" destId="{E4C8B105-CD6A-44CA-A386-0856AE970B62}" srcOrd="2" destOrd="0" presId="urn:microsoft.com/office/officeart/2018/2/layout/IconCircleList"/>
    <dgm:cxn modelId="{7AE76CD0-01B0-4229-BCA3-E3F93639F619}" type="presParOf" srcId="{F1152B47-B81A-496B-BCE4-13D6C390D91D}" destId="{1BF6B25F-3F96-4561-B273-4D9BB156884C}" srcOrd="3" destOrd="0" presId="urn:microsoft.com/office/officeart/2018/2/layout/IconCircleList"/>
    <dgm:cxn modelId="{13CAAA4E-159E-432B-9DE4-5542328421B7}" type="presParOf" srcId="{482CFAAC-B7F7-4B8B-A0F5-1875EAD97888}" destId="{38B49E42-D5E0-4898-807F-DED46FE04D5D}" srcOrd="5" destOrd="0" presId="urn:microsoft.com/office/officeart/2018/2/layout/IconCircleList"/>
    <dgm:cxn modelId="{BD24B32A-5D7C-49FA-9F9A-3657B224BAD6}" type="presParOf" srcId="{482CFAAC-B7F7-4B8B-A0F5-1875EAD97888}" destId="{15D7A0ED-F758-4E9F-8671-0E724B232B20}" srcOrd="6" destOrd="0" presId="urn:microsoft.com/office/officeart/2018/2/layout/IconCircleList"/>
    <dgm:cxn modelId="{56303A63-F270-42E5-8162-5024C06690BB}" type="presParOf" srcId="{15D7A0ED-F758-4E9F-8671-0E724B232B20}" destId="{D0017847-FEFB-4B45-8020-32AF372E6FE2}" srcOrd="0" destOrd="0" presId="urn:microsoft.com/office/officeart/2018/2/layout/IconCircleList"/>
    <dgm:cxn modelId="{BFAAF9D4-BA49-4FEC-BA1B-EA567BFC5E55}" type="presParOf" srcId="{15D7A0ED-F758-4E9F-8671-0E724B232B20}" destId="{1E621A65-54DC-4F48-98F9-37A69B57CD07}" srcOrd="1" destOrd="0" presId="urn:microsoft.com/office/officeart/2018/2/layout/IconCircleList"/>
    <dgm:cxn modelId="{E121AB05-B5F8-4CA8-AD83-376DAC38C31A}" type="presParOf" srcId="{15D7A0ED-F758-4E9F-8671-0E724B232B20}" destId="{88077FE3-F35D-44B7-A8D3-476922E8C9A7}" srcOrd="2" destOrd="0" presId="urn:microsoft.com/office/officeart/2018/2/layout/IconCircleList"/>
    <dgm:cxn modelId="{F9A6325C-7E6D-4156-8E06-3C113B6FBAF3}" type="presParOf" srcId="{15D7A0ED-F758-4E9F-8671-0E724B232B20}" destId="{4B1D18AA-108E-48F6-B9DE-3B7532CE717B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E8E28CB-67FA-478D-BE47-D359BF731CBC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1C336D5-4CB9-41B4-8E95-CC12D49A224D}">
      <dgm:prSet/>
      <dgm:spPr/>
      <dgm:t>
        <a:bodyPr/>
        <a:lstStyle/>
        <a:p>
          <a:r>
            <a:rPr lang="en-US"/>
            <a:t>Digital Notice Board simplifies notice handling.</a:t>
          </a:r>
        </a:p>
      </dgm:t>
    </dgm:pt>
    <dgm:pt modelId="{F63A3398-CA03-4080-8B96-6DEA35D4AFA4}" type="parTrans" cxnId="{1F36836E-1411-4D23-9702-8C5074BCDADF}">
      <dgm:prSet/>
      <dgm:spPr/>
      <dgm:t>
        <a:bodyPr/>
        <a:lstStyle/>
        <a:p>
          <a:endParaRPr lang="en-US"/>
        </a:p>
      </dgm:t>
    </dgm:pt>
    <dgm:pt modelId="{31540E56-3F21-4F25-9B26-2167DD8B8235}" type="sibTrans" cxnId="{1F36836E-1411-4D23-9702-8C5074BCDADF}">
      <dgm:prSet/>
      <dgm:spPr/>
      <dgm:t>
        <a:bodyPr/>
        <a:lstStyle/>
        <a:p>
          <a:endParaRPr lang="en-US"/>
        </a:p>
      </dgm:t>
    </dgm:pt>
    <dgm:pt modelId="{BCECB5F5-6570-4DC8-A83F-291A4B6CC459}">
      <dgm:prSet/>
      <dgm:spPr/>
      <dgm:t>
        <a:bodyPr/>
        <a:lstStyle/>
        <a:p>
          <a:r>
            <a:rPr lang="en-US"/>
            <a:t>Provides efficient admin control.</a:t>
          </a:r>
        </a:p>
      </dgm:t>
    </dgm:pt>
    <dgm:pt modelId="{189FEB89-2BB1-4022-A92F-6E4E23B69252}" type="parTrans" cxnId="{CCEDBD79-A0F7-409F-8B37-57D8861B17F8}">
      <dgm:prSet/>
      <dgm:spPr/>
      <dgm:t>
        <a:bodyPr/>
        <a:lstStyle/>
        <a:p>
          <a:endParaRPr lang="en-US"/>
        </a:p>
      </dgm:t>
    </dgm:pt>
    <dgm:pt modelId="{6EA5E817-64C6-4BCD-9B34-939BBA92271A}" type="sibTrans" cxnId="{CCEDBD79-A0F7-409F-8B37-57D8861B17F8}">
      <dgm:prSet/>
      <dgm:spPr/>
      <dgm:t>
        <a:bodyPr/>
        <a:lstStyle/>
        <a:p>
          <a:endParaRPr lang="en-US"/>
        </a:p>
      </dgm:t>
    </dgm:pt>
    <dgm:pt modelId="{671423A8-2ACD-4EB2-AB58-120E9724EBA2}">
      <dgm:prSet/>
      <dgm:spPr/>
      <dgm:t>
        <a:bodyPr/>
        <a:lstStyle/>
        <a:p>
          <a:r>
            <a:rPr lang="en-US"/>
            <a:t>Improves accessibility for users.</a:t>
          </a:r>
        </a:p>
      </dgm:t>
    </dgm:pt>
    <dgm:pt modelId="{6437A3CB-1585-4741-81B4-55B390B2CC5F}" type="parTrans" cxnId="{6DC96ACC-1167-432C-BDCA-88C5130CE091}">
      <dgm:prSet/>
      <dgm:spPr/>
      <dgm:t>
        <a:bodyPr/>
        <a:lstStyle/>
        <a:p>
          <a:endParaRPr lang="en-US"/>
        </a:p>
      </dgm:t>
    </dgm:pt>
    <dgm:pt modelId="{40C3DAEF-32B1-4CB9-8F55-8C02C765CEBF}" type="sibTrans" cxnId="{6DC96ACC-1167-432C-BDCA-88C5130CE091}">
      <dgm:prSet/>
      <dgm:spPr/>
      <dgm:t>
        <a:bodyPr/>
        <a:lstStyle/>
        <a:p>
          <a:endParaRPr lang="en-US"/>
        </a:p>
      </dgm:t>
    </dgm:pt>
    <dgm:pt modelId="{9E229739-E427-4943-B595-30B4BE19508D}">
      <dgm:prSet/>
      <dgm:spPr/>
      <dgm:t>
        <a:bodyPr/>
        <a:lstStyle/>
        <a:p>
          <a:r>
            <a:rPr lang="en-US"/>
            <a:t>Built with Python &amp; Modern GUI.</a:t>
          </a:r>
        </a:p>
      </dgm:t>
    </dgm:pt>
    <dgm:pt modelId="{D1633101-9DEC-4A8B-B7DC-3F9EECD2E632}" type="parTrans" cxnId="{06A37684-5F29-4FB3-AD05-3BF68DE65E94}">
      <dgm:prSet/>
      <dgm:spPr/>
      <dgm:t>
        <a:bodyPr/>
        <a:lstStyle/>
        <a:p>
          <a:endParaRPr lang="en-US"/>
        </a:p>
      </dgm:t>
    </dgm:pt>
    <dgm:pt modelId="{C4BF215F-A253-40B3-8718-A72B35DC286F}" type="sibTrans" cxnId="{06A37684-5F29-4FB3-AD05-3BF68DE65E94}">
      <dgm:prSet/>
      <dgm:spPr/>
      <dgm:t>
        <a:bodyPr/>
        <a:lstStyle/>
        <a:p>
          <a:endParaRPr lang="en-US"/>
        </a:p>
      </dgm:t>
    </dgm:pt>
    <dgm:pt modelId="{DA6E0D11-34CC-4D2F-AFD8-E741A8433738}" type="pres">
      <dgm:prSet presAssocID="{BE8E28CB-67FA-478D-BE47-D359BF731CBC}" presName="diagram" presStyleCnt="0">
        <dgm:presLayoutVars>
          <dgm:dir/>
          <dgm:resizeHandles val="exact"/>
        </dgm:presLayoutVars>
      </dgm:prSet>
      <dgm:spPr/>
    </dgm:pt>
    <dgm:pt modelId="{C1347C21-2364-4296-BA06-0B6105B14B92}" type="pres">
      <dgm:prSet presAssocID="{31C336D5-4CB9-41B4-8E95-CC12D49A224D}" presName="node" presStyleLbl="node1" presStyleIdx="0" presStyleCnt="4">
        <dgm:presLayoutVars>
          <dgm:bulletEnabled val="1"/>
        </dgm:presLayoutVars>
      </dgm:prSet>
      <dgm:spPr/>
    </dgm:pt>
    <dgm:pt modelId="{315FCBE3-F24C-45D3-B1A8-FCE569B93A35}" type="pres">
      <dgm:prSet presAssocID="{31540E56-3F21-4F25-9B26-2167DD8B8235}" presName="sibTrans" presStyleCnt="0"/>
      <dgm:spPr/>
    </dgm:pt>
    <dgm:pt modelId="{1EE60BF9-A921-43FB-891C-C2E5A53D2EEB}" type="pres">
      <dgm:prSet presAssocID="{BCECB5F5-6570-4DC8-A83F-291A4B6CC459}" presName="node" presStyleLbl="node1" presStyleIdx="1" presStyleCnt="4">
        <dgm:presLayoutVars>
          <dgm:bulletEnabled val="1"/>
        </dgm:presLayoutVars>
      </dgm:prSet>
      <dgm:spPr/>
    </dgm:pt>
    <dgm:pt modelId="{07ABF172-751C-41FB-822B-4142EE5F1ACA}" type="pres">
      <dgm:prSet presAssocID="{6EA5E817-64C6-4BCD-9B34-939BBA92271A}" presName="sibTrans" presStyleCnt="0"/>
      <dgm:spPr/>
    </dgm:pt>
    <dgm:pt modelId="{CC1170FD-FD28-453E-A02A-C98292F6FECE}" type="pres">
      <dgm:prSet presAssocID="{671423A8-2ACD-4EB2-AB58-120E9724EBA2}" presName="node" presStyleLbl="node1" presStyleIdx="2" presStyleCnt="4">
        <dgm:presLayoutVars>
          <dgm:bulletEnabled val="1"/>
        </dgm:presLayoutVars>
      </dgm:prSet>
      <dgm:spPr/>
    </dgm:pt>
    <dgm:pt modelId="{FD26E837-E759-4696-9B69-1D5E916AB048}" type="pres">
      <dgm:prSet presAssocID="{40C3DAEF-32B1-4CB9-8F55-8C02C765CEBF}" presName="sibTrans" presStyleCnt="0"/>
      <dgm:spPr/>
    </dgm:pt>
    <dgm:pt modelId="{F8535511-6837-4A0E-B2B9-F1CE75099FF9}" type="pres">
      <dgm:prSet presAssocID="{9E229739-E427-4943-B595-30B4BE19508D}" presName="node" presStyleLbl="node1" presStyleIdx="3" presStyleCnt="4">
        <dgm:presLayoutVars>
          <dgm:bulletEnabled val="1"/>
        </dgm:presLayoutVars>
      </dgm:prSet>
      <dgm:spPr/>
    </dgm:pt>
  </dgm:ptLst>
  <dgm:cxnLst>
    <dgm:cxn modelId="{7629AF1A-7111-44F5-AF08-793195F264C1}" type="presOf" srcId="{31C336D5-4CB9-41B4-8E95-CC12D49A224D}" destId="{C1347C21-2364-4296-BA06-0B6105B14B92}" srcOrd="0" destOrd="0" presId="urn:microsoft.com/office/officeart/2005/8/layout/default"/>
    <dgm:cxn modelId="{11CE682A-EF75-4AEB-99B7-3410C9F775B0}" type="presOf" srcId="{BE8E28CB-67FA-478D-BE47-D359BF731CBC}" destId="{DA6E0D11-34CC-4D2F-AFD8-E741A8433738}" srcOrd="0" destOrd="0" presId="urn:microsoft.com/office/officeart/2005/8/layout/default"/>
    <dgm:cxn modelId="{1F36836E-1411-4D23-9702-8C5074BCDADF}" srcId="{BE8E28CB-67FA-478D-BE47-D359BF731CBC}" destId="{31C336D5-4CB9-41B4-8E95-CC12D49A224D}" srcOrd="0" destOrd="0" parTransId="{F63A3398-CA03-4080-8B96-6DEA35D4AFA4}" sibTransId="{31540E56-3F21-4F25-9B26-2167DD8B8235}"/>
    <dgm:cxn modelId="{CCEDBD79-A0F7-409F-8B37-57D8861B17F8}" srcId="{BE8E28CB-67FA-478D-BE47-D359BF731CBC}" destId="{BCECB5F5-6570-4DC8-A83F-291A4B6CC459}" srcOrd="1" destOrd="0" parTransId="{189FEB89-2BB1-4022-A92F-6E4E23B69252}" sibTransId="{6EA5E817-64C6-4BCD-9B34-939BBA92271A}"/>
    <dgm:cxn modelId="{06A37684-5F29-4FB3-AD05-3BF68DE65E94}" srcId="{BE8E28CB-67FA-478D-BE47-D359BF731CBC}" destId="{9E229739-E427-4943-B595-30B4BE19508D}" srcOrd="3" destOrd="0" parTransId="{D1633101-9DEC-4A8B-B7DC-3F9EECD2E632}" sibTransId="{C4BF215F-A253-40B3-8718-A72B35DC286F}"/>
    <dgm:cxn modelId="{24E1F49C-077C-486B-8CC4-47ECA689C655}" type="presOf" srcId="{9E229739-E427-4943-B595-30B4BE19508D}" destId="{F8535511-6837-4A0E-B2B9-F1CE75099FF9}" srcOrd="0" destOrd="0" presId="urn:microsoft.com/office/officeart/2005/8/layout/default"/>
    <dgm:cxn modelId="{44164BA9-23A8-4FD9-AC29-75897F9CC7B3}" type="presOf" srcId="{BCECB5F5-6570-4DC8-A83F-291A4B6CC459}" destId="{1EE60BF9-A921-43FB-891C-C2E5A53D2EEB}" srcOrd="0" destOrd="0" presId="urn:microsoft.com/office/officeart/2005/8/layout/default"/>
    <dgm:cxn modelId="{879149AF-EAB7-4ADE-8CAC-FCC187F7D59D}" type="presOf" srcId="{671423A8-2ACD-4EB2-AB58-120E9724EBA2}" destId="{CC1170FD-FD28-453E-A02A-C98292F6FECE}" srcOrd="0" destOrd="0" presId="urn:microsoft.com/office/officeart/2005/8/layout/default"/>
    <dgm:cxn modelId="{6DC96ACC-1167-432C-BDCA-88C5130CE091}" srcId="{BE8E28CB-67FA-478D-BE47-D359BF731CBC}" destId="{671423A8-2ACD-4EB2-AB58-120E9724EBA2}" srcOrd="2" destOrd="0" parTransId="{6437A3CB-1585-4741-81B4-55B390B2CC5F}" sibTransId="{40C3DAEF-32B1-4CB9-8F55-8C02C765CEBF}"/>
    <dgm:cxn modelId="{25D23D0A-8A78-4451-BEB9-8B285337096E}" type="presParOf" srcId="{DA6E0D11-34CC-4D2F-AFD8-E741A8433738}" destId="{C1347C21-2364-4296-BA06-0B6105B14B92}" srcOrd="0" destOrd="0" presId="urn:microsoft.com/office/officeart/2005/8/layout/default"/>
    <dgm:cxn modelId="{9D91BBE1-D7AE-4061-90EA-8877DCE98DB1}" type="presParOf" srcId="{DA6E0D11-34CC-4D2F-AFD8-E741A8433738}" destId="{315FCBE3-F24C-45D3-B1A8-FCE569B93A35}" srcOrd="1" destOrd="0" presId="urn:microsoft.com/office/officeart/2005/8/layout/default"/>
    <dgm:cxn modelId="{074C8996-6CD4-4493-9566-DF79F41B0D82}" type="presParOf" srcId="{DA6E0D11-34CC-4D2F-AFD8-E741A8433738}" destId="{1EE60BF9-A921-43FB-891C-C2E5A53D2EEB}" srcOrd="2" destOrd="0" presId="urn:microsoft.com/office/officeart/2005/8/layout/default"/>
    <dgm:cxn modelId="{3A4F167D-7D44-4EFB-9E91-3AC9E6B7C80B}" type="presParOf" srcId="{DA6E0D11-34CC-4D2F-AFD8-E741A8433738}" destId="{07ABF172-751C-41FB-822B-4142EE5F1ACA}" srcOrd="3" destOrd="0" presId="urn:microsoft.com/office/officeart/2005/8/layout/default"/>
    <dgm:cxn modelId="{D8F726B0-554C-4005-9E4A-A546DE205066}" type="presParOf" srcId="{DA6E0D11-34CC-4D2F-AFD8-E741A8433738}" destId="{CC1170FD-FD28-453E-A02A-C98292F6FECE}" srcOrd="4" destOrd="0" presId="urn:microsoft.com/office/officeart/2005/8/layout/default"/>
    <dgm:cxn modelId="{5009B296-CAB1-4227-B7F6-93C9239153A7}" type="presParOf" srcId="{DA6E0D11-34CC-4D2F-AFD8-E741A8433738}" destId="{FD26E837-E759-4696-9B69-1D5E916AB048}" srcOrd="5" destOrd="0" presId="urn:microsoft.com/office/officeart/2005/8/layout/default"/>
    <dgm:cxn modelId="{6C7A277B-4095-4475-A49F-36EB433CB5DC}" type="presParOf" srcId="{DA6E0D11-34CC-4D2F-AFD8-E741A8433738}" destId="{F8535511-6837-4A0E-B2B9-F1CE75099FF9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45317A-7396-4B44-968F-1F8775961460}">
      <dsp:nvSpPr>
        <dsp:cNvPr id="0" name=""/>
        <dsp:cNvSpPr/>
      </dsp:nvSpPr>
      <dsp:spPr>
        <a:xfrm>
          <a:off x="0" y="397039"/>
          <a:ext cx="5000124" cy="228384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Create a Python-based digital notice board where administrators can post, update, and delete notices. </a:t>
          </a:r>
        </a:p>
      </dsp:txBody>
      <dsp:txXfrm>
        <a:off x="111488" y="508527"/>
        <a:ext cx="4777148" cy="2060864"/>
      </dsp:txXfrm>
    </dsp:sp>
    <dsp:sp modelId="{181B0F3E-8738-4C65-85BC-DCE2526C8AF5}">
      <dsp:nvSpPr>
        <dsp:cNvPr id="0" name=""/>
        <dsp:cNvSpPr/>
      </dsp:nvSpPr>
      <dsp:spPr>
        <a:xfrm>
          <a:off x="0" y="2773040"/>
          <a:ext cx="5000124" cy="2283840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Users can view notices sorted by date or category.</a:t>
          </a:r>
        </a:p>
      </dsp:txBody>
      <dsp:txXfrm>
        <a:off x="111488" y="2884528"/>
        <a:ext cx="4777148" cy="206086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74AE93-F4F7-4099-8C2B-D725C2C18E43}">
      <dsp:nvSpPr>
        <dsp:cNvPr id="0" name=""/>
        <dsp:cNvSpPr/>
      </dsp:nvSpPr>
      <dsp:spPr>
        <a:xfrm>
          <a:off x="0" y="97092"/>
          <a:ext cx="5000124" cy="887445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Admin Features:</a:t>
          </a:r>
        </a:p>
      </dsp:txBody>
      <dsp:txXfrm>
        <a:off x="43321" y="140413"/>
        <a:ext cx="4913482" cy="800803"/>
      </dsp:txXfrm>
    </dsp:sp>
    <dsp:sp modelId="{A7080FDF-77E7-440B-85DF-577019CA2B17}">
      <dsp:nvSpPr>
        <dsp:cNvPr id="0" name=""/>
        <dsp:cNvSpPr/>
      </dsp:nvSpPr>
      <dsp:spPr>
        <a:xfrm>
          <a:off x="0" y="984537"/>
          <a:ext cx="5000124" cy="19913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754" tIns="46990" rIns="263144" bIns="46990" numCol="1" spcCol="1270" anchor="t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900" kern="1200"/>
            <a:t>Add Notice</a:t>
          </a: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900" kern="1200"/>
            <a:t>Update Notice using ID</a:t>
          </a: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900" kern="1200"/>
            <a:t>Delete Notice using ID</a:t>
          </a: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900" kern="1200"/>
            <a:t>View All Notices</a:t>
          </a:r>
        </a:p>
      </dsp:txBody>
      <dsp:txXfrm>
        <a:off x="0" y="984537"/>
        <a:ext cx="5000124" cy="1991340"/>
      </dsp:txXfrm>
    </dsp:sp>
    <dsp:sp modelId="{72FFA621-678A-4539-91A0-B5B960E5C4B9}">
      <dsp:nvSpPr>
        <dsp:cNvPr id="0" name=""/>
        <dsp:cNvSpPr/>
      </dsp:nvSpPr>
      <dsp:spPr>
        <a:xfrm>
          <a:off x="0" y="2975877"/>
          <a:ext cx="5000124" cy="887445"/>
        </a:xfrm>
        <a:prstGeom prst="roundRect">
          <a:avLst/>
        </a:prstGeom>
        <a:gradFill rotWithShape="0">
          <a:gsLst>
            <a:gs pos="0">
              <a:schemeClr val="accent2">
                <a:hueOff val="4681519"/>
                <a:satOff val="-5839"/>
                <a:lumOff val="1373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4681519"/>
                <a:satOff val="-5839"/>
                <a:lumOff val="1373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User Features:</a:t>
          </a:r>
        </a:p>
      </dsp:txBody>
      <dsp:txXfrm>
        <a:off x="43321" y="3019198"/>
        <a:ext cx="4913482" cy="800803"/>
      </dsp:txXfrm>
    </dsp:sp>
    <dsp:sp modelId="{905E96AC-B5F5-43D2-BA85-1FCDB0E7A5BC}">
      <dsp:nvSpPr>
        <dsp:cNvPr id="0" name=""/>
        <dsp:cNvSpPr/>
      </dsp:nvSpPr>
      <dsp:spPr>
        <a:xfrm>
          <a:off x="0" y="3863322"/>
          <a:ext cx="5000124" cy="14935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754" tIns="46990" rIns="263144" bIns="46990" numCol="1" spcCol="1270" anchor="t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900" kern="1200"/>
            <a:t>View Notices</a:t>
          </a: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900" kern="1200"/>
            <a:t>Sort by Date or Category</a:t>
          </a: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900" kern="1200"/>
            <a:t>Filter by Category</a:t>
          </a:r>
        </a:p>
      </dsp:txBody>
      <dsp:txXfrm>
        <a:off x="0" y="3863322"/>
        <a:ext cx="5000124" cy="149350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BDC3C7-312D-4EE1-8CE4-2ED56CFCACF5}">
      <dsp:nvSpPr>
        <dsp:cNvPr id="0" name=""/>
        <dsp:cNvSpPr/>
      </dsp:nvSpPr>
      <dsp:spPr>
        <a:xfrm>
          <a:off x="1403415" y="536"/>
          <a:ext cx="5613664" cy="69732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8921" tIns="177120" rIns="108921" bIns="1771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add_notice() – Inserts new notice into database.</a:t>
          </a:r>
        </a:p>
      </dsp:txBody>
      <dsp:txXfrm>
        <a:off x="1403415" y="536"/>
        <a:ext cx="5613664" cy="697321"/>
      </dsp:txXfrm>
    </dsp:sp>
    <dsp:sp modelId="{CFEC36DE-DE61-4EF7-9D3C-C09DF23F353F}">
      <dsp:nvSpPr>
        <dsp:cNvPr id="0" name=""/>
        <dsp:cNvSpPr/>
      </dsp:nvSpPr>
      <dsp:spPr>
        <a:xfrm>
          <a:off x="0" y="536"/>
          <a:ext cx="1403416" cy="69732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264" tIns="68880" rIns="74264" bIns="6888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Add</a:t>
          </a:r>
        </a:p>
      </dsp:txBody>
      <dsp:txXfrm>
        <a:off x="0" y="536"/>
        <a:ext cx="1403416" cy="697321"/>
      </dsp:txXfrm>
    </dsp:sp>
    <dsp:sp modelId="{26A81AD4-4162-4C7E-9F55-46FB7AA17445}">
      <dsp:nvSpPr>
        <dsp:cNvPr id="0" name=""/>
        <dsp:cNvSpPr/>
      </dsp:nvSpPr>
      <dsp:spPr>
        <a:xfrm>
          <a:off x="1403415" y="739697"/>
          <a:ext cx="5613664" cy="69732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8921" tIns="177120" rIns="108921" bIns="1771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update_notice() – Updates notice using Notice ID.</a:t>
          </a:r>
        </a:p>
      </dsp:txBody>
      <dsp:txXfrm>
        <a:off x="1403415" y="739697"/>
        <a:ext cx="5613664" cy="697321"/>
      </dsp:txXfrm>
    </dsp:sp>
    <dsp:sp modelId="{9419C662-680F-4E8A-9B8C-914484AF6270}">
      <dsp:nvSpPr>
        <dsp:cNvPr id="0" name=""/>
        <dsp:cNvSpPr/>
      </dsp:nvSpPr>
      <dsp:spPr>
        <a:xfrm>
          <a:off x="0" y="739697"/>
          <a:ext cx="1403416" cy="69732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264" tIns="68880" rIns="74264" bIns="6888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Update</a:t>
          </a:r>
        </a:p>
      </dsp:txBody>
      <dsp:txXfrm>
        <a:off x="0" y="739697"/>
        <a:ext cx="1403416" cy="697321"/>
      </dsp:txXfrm>
    </dsp:sp>
    <dsp:sp modelId="{F781AA0B-8AA2-488D-8C59-37FAFF3C9DC5}">
      <dsp:nvSpPr>
        <dsp:cNvPr id="0" name=""/>
        <dsp:cNvSpPr/>
      </dsp:nvSpPr>
      <dsp:spPr>
        <a:xfrm>
          <a:off x="1403415" y="1478858"/>
          <a:ext cx="5613664" cy="69732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8921" tIns="177120" rIns="108921" bIns="1771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delete_notice() – Deletes notice using Notice ID.</a:t>
          </a:r>
        </a:p>
      </dsp:txBody>
      <dsp:txXfrm>
        <a:off x="1403415" y="1478858"/>
        <a:ext cx="5613664" cy="697321"/>
      </dsp:txXfrm>
    </dsp:sp>
    <dsp:sp modelId="{61098FAD-E0C3-4F51-B514-E32CD72B8B02}">
      <dsp:nvSpPr>
        <dsp:cNvPr id="0" name=""/>
        <dsp:cNvSpPr/>
      </dsp:nvSpPr>
      <dsp:spPr>
        <a:xfrm>
          <a:off x="0" y="1478858"/>
          <a:ext cx="1403416" cy="69732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264" tIns="68880" rIns="74264" bIns="6888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Delete</a:t>
          </a:r>
        </a:p>
      </dsp:txBody>
      <dsp:txXfrm>
        <a:off x="0" y="1478858"/>
        <a:ext cx="1403416" cy="697321"/>
      </dsp:txXfrm>
    </dsp:sp>
    <dsp:sp modelId="{0EAE9009-CC24-4D70-B636-79F2A1DFB18D}">
      <dsp:nvSpPr>
        <dsp:cNvPr id="0" name=""/>
        <dsp:cNvSpPr/>
      </dsp:nvSpPr>
      <dsp:spPr>
        <a:xfrm>
          <a:off x="1403415" y="2218019"/>
          <a:ext cx="5613664" cy="697321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8921" tIns="177120" rIns="108921" bIns="1771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view_notices() – Displays notices with sorting &amp; filtering.</a:t>
          </a:r>
        </a:p>
      </dsp:txBody>
      <dsp:txXfrm>
        <a:off x="1403415" y="2218019"/>
        <a:ext cx="5613664" cy="697321"/>
      </dsp:txXfrm>
    </dsp:sp>
    <dsp:sp modelId="{E47D7760-071E-4FA1-8537-3DEEB193B22C}">
      <dsp:nvSpPr>
        <dsp:cNvPr id="0" name=""/>
        <dsp:cNvSpPr/>
      </dsp:nvSpPr>
      <dsp:spPr>
        <a:xfrm>
          <a:off x="0" y="2218019"/>
          <a:ext cx="1403416" cy="69732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264" tIns="68880" rIns="74264" bIns="6888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View</a:t>
          </a:r>
        </a:p>
      </dsp:txBody>
      <dsp:txXfrm>
        <a:off x="0" y="2218019"/>
        <a:ext cx="1403416" cy="697321"/>
      </dsp:txXfrm>
    </dsp:sp>
    <dsp:sp modelId="{50B6D82E-DCF1-4530-8F3D-F8093A7BFC30}">
      <dsp:nvSpPr>
        <dsp:cNvPr id="0" name=""/>
        <dsp:cNvSpPr/>
      </dsp:nvSpPr>
      <dsp:spPr>
        <a:xfrm>
          <a:off x="1403415" y="2957180"/>
          <a:ext cx="5613664" cy="697321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8921" tIns="177120" rIns="108921" bIns="1771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load_admin_notices() – Loads all notices for admin view.</a:t>
          </a:r>
        </a:p>
      </dsp:txBody>
      <dsp:txXfrm>
        <a:off x="1403415" y="2957180"/>
        <a:ext cx="5613664" cy="697321"/>
      </dsp:txXfrm>
    </dsp:sp>
    <dsp:sp modelId="{FD159913-851A-4C53-AE79-1F397C2D5B89}">
      <dsp:nvSpPr>
        <dsp:cNvPr id="0" name=""/>
        <dsp:cNvSpPr/>
      </dsp:nvSpPr>
      <dsp:spPr>
        <a:xfrm>
          <a:off x="0" y="2957180"/>
          <a:ext cx="1403416" cy="69732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264" tIns="68880" rIns="74264" bIns="6888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Load</a:t>
          </a:r>
        </a:p>
      </dsp:txBody>
      <dsp:txXfrm>
        <a:off x="0" y="2957180"/>
        <a:ext cx="1403416" cy="697321"/>
      </dsp:txXfrm>
    </dsp:sp>
    <dsp:sp modelId="{75DA215B-EF38-4BA9-B50A-7854EFF4A733}">
      <dsp:nvSpPr>
        <dsp:cNvPr id="0" name=""/>
        <dsp:cNvSpPr/>
      </dsp:nvSpPr>
      <dsp:spPr>
        <a:xfrm>
          <a:off x="1403415" y="3696341"/>
          <a:ext cx="5613664" cy="69732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8921" tIns="177120" rIns="108921" bIns="1771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clear() – Clears current window widgets.</a:t>
          </a:r>
        </a:p>
      </dsp:txBody>
      <dsp:txXfrm>
        <a:off x="1403415" y="3696341"/>
        <a:ext cx="5613664" cy="697321"/>
      </dsp:txXfrm>
    </dsp:sp>
    <dsp:sp modelId="{2E11E971-AAB4-475D-A71A-62DBFAD126F1}">
      <dsp:nvSpPr>
        <dsp:cNvPr id="0" name=""/>
        <dsp:cNvSpPr/>
      </dsp:nvSpPr>
      <dsp:spPr>
        <a:xfrm>
          <a:off x="0" y="3696341"/>
          <a:ext cx="1403416" cy="69732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264" tIns="68880" rIns="74264" bIns="6888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Clear</a:t>
          </a:r>
        </a:p>
      </dsp:txBody>
      <dsp:txXfrm>
        <a:off x="0" y="3696341"/>
        <a:ext cx="1403416" cy="69732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D25488-E7EC-42EA-A307-5DA33EE53C47}">
      <dsp:nvSpPr>
        <dsp:cNvPr id="0" name=""/>
        <dsp:cNvSpPr/>
      </dsp:nvSpPr>
      <dsp:spPr>
        <a:xfrm>
          <a:off x="0" y="218479"/>
          <a:ext cx="2536031" cy="152161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• Organized Notice Management</a:t>
          </a:r>
        </a:p>
      </dsp:txBody>
      <dsp:txXfrm>
        <a:off x="0" y="218479"/>
        <a:ext cx="2536031" cy="1521618"/>
      </dsp:txXfrm>
    </dsp:sp>
    <dsp:sp modelId="{C1BB6019-C0EB-4892-86EF-7752F4AC8954}">
      <dsp:nvSpPr>
        <dsp:cNvPr id="0" name=""/>
        <dsp:cNvSpPr/>
      </dsp:nvSpPr>
      <dsp:spPr>
        <a:xfrm>
          <a:off x="2789634" y="218479"/>
          <a:ext cx="2536031" cy="1521618"/>
        </a:xfrm>
        <a:prstGeom prst="rect">
          <a:avLst/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• Easy CRUD Operations</a:t>
          </a:r>
        </a:p>
      </dsp:txBody>
      <dsp:txXfrm>
        <a:off x="2789634" y="218479"/>
        <a:ext cx="2536031" cy="1521618"/>
      </dsp:txXfrm>
    </dsp:sp>
    <dsp:sp modelId="{326D7CCC-19AF-4196-86A3-3FB09CB3F4CB}">
      <dsp:nvSpPr>
        <dsp:cNvPr id="0" name=""/>
        <dsp:cNvSpPr/>
      </dsp:nvSpPr>
      <dsp:spPr>
        <a:xfrm>
          <a:off x="5579268" y="218479"/>
          <a:ext cx="2536031" cy="1521618"/>
        </a:xfrm>
        <a:prstGeom prst="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• Category Based Filtering</a:t>
          </a:r>
        </a:p>
      </dsp:txBody>
      <dsp:txXfrm>
        <a:off x="5579268" y="218479"/>
        <a:ext cx="2536031" cy="1521618"/>
      </dsp:txXfrm>
    </dsp:sp>
    <dsp:sp modelId="{7FBBB4AE-FBDC-4FA1-83FA-650813052392}">
      <dsp:nvSpPr>
        <dsp:cNvPr id="0" name=""/>
        <dsp:cNvSpPr/>
      </dsp:nvSpPr>
      <dsp:spPr>
        <a:xfrm>
          <a:off x="1394817" y="1993701"/>
          <a:ext cx="2536031" cy="1521618"/>
        </a:xfrm>
        <a:prstGeom prst="rect">
          <a:avLst/>
        </a:prstGeom>
        <a:solidFill>
          <a:schemeClr val="accent2">
            <a:hueOff val="3511139"/>
            <a:satOff val="-4379"/>
            <a:lumOff val="10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• Persistent Data Storage</a:t>
          </a:r>
        </a:p>
      </dsp:txBody>
      <dsp:txXfrm>
        <a:off x="1394817" y="1993701"/>
        <a:ext cx="2536031" cy="1521618"/>
      </dsp:txXfrm>
    </dsp:sp>
    <dsp:sp modelId="{E9CA90E5-4E01-4C75-8AAA-13D6B703F403}">
      <dsp:nvSpPr>
        <dsp:cNvPr id="0" name=""/>
        <dsp:cNvSpPr/>
      </dsp:nvSpPr>
      <dsp:spPr>
        <a:xfrm>
          <a:off x="4184451" y="1993701"/>
          <a:ext cx="2536031" cy="1521618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• User Friendly GUI</a:t>
          </a:r>
        </a:p>
      </dsp:txBody>
      <dsp:txXfrm>
        <a:off x="4184451" y="1993701"/>
        <a:ext cx="2536031" cy="152161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1E1925-5C35-475A-87C2-E1BEA5D9C342}">
      <dsp:nvSpPr>
        <dsp:cNvPr id="0" name=""/>
        <dsp:cNvSpPr/>
      </dsp:nvSpPr>
      <dsp:spPr>
        <a:xfrm>
          <a:off x="2213" y="475746"/>
          <a:ext cx="1073779" cy="107377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44CE93-F529-4925-BE92-092C73427052}">
      <dsp:nvSpPr>
        <dsp:cNvPr id="0" name=""/>
        <dsp:cNvSpPr/>
      </dsp:nvSpPr>
      <dsp:spPr>
        <a:xfrm>
          <a:off x="227707" y="701240"/>
          <a:ext cx="622792" cy="62279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947111-0DCF-4CF7-A2B3-1AFD1979A447}">
      <dsp:nvSpPr>
        <dsp:cNvPr id="0" name=""/>
        <dsp:cNvSpPr/>
      </dsp:nvSpPr>
      <dsp:spPr>
        <a:xfrm>
          <a:off x="1306089" y="475746"/>
          <a:ext cx="2531052" cy="10737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Admin Login Authentication</a:t>
          </a:r>
        </a:p>
      </dsp:txBody>
      <dsp:txXfrm>
        <a:off x="1306089" y="475746"/>
        <a:ext cx="2531052" cy="1073779"/>
      </dsp:txXfrm>
    </dsp:sp>
    <dsp:sp modelId="{A705721E-8AB4-467A-9C50-B53DEBA4F38F}">
      <dsp:nvSpPr>
        <dsp:cNvPr id="0" name=""/>
        <dsp:cNvSpPr/>
      </dsp:nvSpPr>
      <dsp:spPr>
        <a:xfrm>
          <a:off x="4278158" y="475746"/>
          <a:ext cx="1073779" cy="1073779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C403B7-2FE8-4FA5-BCAF-FCE596FB017A}">
      <dsp:nvSpPr>
        <dsp:cNvPr id="0" name=""/>
        <dsp:cNvSpPr/>
      </dsp:nvSpPr>
      <dsp:spPr>
        <a:xfrm>
          <a:off x="4503652" y="701240"/>
          <a:ext cx="622792" cy="62279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2D2EC6-E2B5-4F39-83CF-48B4AF01AF2A}">
      <dsp:nvSpPr>
        <dsp:cNvPr id="0" name=""/>
        <dsp:cNvSpPr/>
      </dsp:nvSpPr>
      <dsp:spPr>
        <a:xfrm>
          <a:off x="5582033" y="475746"/>
          <a:ext cx="2531052" cy="10737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Cloud Database Integration</a:t>
          </a:r>
        </a:p>
      </dsp:txBody>
      <dsp:txXfrm>
        <a:off x="5582033" y="475746"/>
        <a:ext cx="2531052" cy="1073779"/>
      </dsp:txXfrm>
    </dsp:sp>
    <dsp:sp modelId="{66A51886-F9A0-4100-ADBD-6F1ED1A0E6A7}">
      <dsp:nvSpPr>
        <dsp:cNvPr id="0" name=""/>
        <dsp:cNvSpPr/>
      </dsp:nvSpPr>
      <dsp:spPr>
        <a:xfrm>
          <a:off x="2213" y="2184272"/>
          <a:ext cx="1073779" cy="107377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75B839-30AD-4C55-BF37-0EFDB26912C5}">
      <dsp:nvSpPr>
        <dsp:cNvPr id="0" name=""/>
        <dsp:cNvSpPr/>
      </dsp:nvSpPr>
      <dsp:spPr>
        <a:xfrm>
          <a:off x="227707" y="2409766"/>
          <a:ext cx="622792" cy="62279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F6B25F-3F96-4561-B273-4D9BB156884C}">
      <dsp:nvSpPr>
        <dsp:cNvPr id="0" name=""/>
        <dsp:cNvSpPr/>
      </dsp:nvSpPr>
      <dsp:spPr>
        <a:xfrm>
          <a:off x="1306089" y="2184272"/>
          <a:ext cx="2531052" cy="10737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Email/SMS Notifications</a:t>
          </a:r>
        </a:p>
      </dsp:txBody>
      <dsp:txXfrm>
        <a:off x="1306089" y="2184272"/>
        <a:ext cx="2531052" cy="1073779"/>
      </dsp:txXfrm>
    </dsp:sp>
    <dsp:sp modelId="{D0017847-FEFB-4B45-8020-32AF372E6FE2}">
      <dsp:nvSpPr>
        <dsp:cNvPr id="0" name=""/>
        <dsp:cNvSpPr/>
      </dsp:nvSpPr>
      <dsp:spPr>
        <a:xfrm>
          <a:off x="4278158" y="2184272"/>
          <a:ext cx="1073779" cy="1073779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621A65-54DC-4F48-98F9-37A69B57CD07}">
      <dsp:nvSpPr>
        <dsp:cNvPr id="0" name=""/>
        <dsp:cNvSpPr/>
      </dsp:nvSpPr>
      <dsp:spPr>
        <a:xfrm>
          <a:off x="4503652" y="2409766"/>
          <a:ext cx="622792" cy="62279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1D18AA-108E-48F6-B9DE-3B7532CE717B}">
      <dsp:nvSpPr>
        <dsp:cNvPr id="0" name=""/>
        <dsp:cNvSpPr/>
      </dsp:nvSpPr>
      <dsp:spPr>
        <a:xfrm>
          <a:off x="5582033" y="2184272"/>
          <a:ext cx="2531052" cy="10737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Web-Based Version</a:t>
          </a:r>
        </a:p>
      </dsp:txBody>
      <dsp:txXfrm>
        <a:off x="5582033" y="2184272"/>
        <a:ext cx="2531052" cy="107377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347C21-2364-4296-BA06-0B6105B14B92}">
      <dsp:nvSpPr>
        <dsp:cNvPr id="0" name=""/>
        <dsp:cNvSpPr/>
      </dsp:nvSpPr>
      <dsp:spPr>
        <a:xfrm>
          <a:off x="460905" y="1047"/>
          <a:ext cx="3479899" cy="208793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Digital Notice Board simplifies notice handling.</a:t>
          </a:r>
        </a:p>
      </dsp:txBody>
      <dsp:txXfrm>
        <a:off x="460905" y="1047"/>
        <a:ext cx="3479899" cy="2087939"/>
      </dsp:txXfrm>
    </dsp:sp>
    <dsp:sp modelId="{1EE60BF9-A921-43FB-891C-C2E5A53D2EEB}">
      <dsp:nvSpPr>
        <dsp:cNvPr id="0" name=""/>
        <dsp:cNvSpPr/>
      </dsp:nvSpPr>
      <dsp:spPr>
        <a:xfrm>
          <a:off x="4288794" y="1047"/>
          <a:ext cx="3479899" cy="208793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Provides efficient admin control.</a:t>
          </a:r>
        </a:p>
      </dsp:txBody>
      <dsp:txXfrm>
        <a:off x="4288794" y="1047"/>
        <a:ext cx="3479899" cy="2087939"/>
      </dsp:txXfrm>
    </dsp:sp>
    <dsp:sp modelId="{CC1170FD-FD28-453E-A02A-C98292F6FECE}">
      <dsp:nvSpPr>
        <dsp:cNvPr id="0" name=""/>
        <dsp:cNvSpPr/>
      </dsp:nvSpPr>
      <dsp:spPr>
        <a:xfrm>
          <a:off x="460905" y="2436976"/>
          <a:ext cx="3479899" cy="208793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Improves accessibility for users.</a:t>
          </a:r>
        </a:p>
      </dsp:txBody>
      <dsp:txXfrm>
        <a:off x="460905" y="2436976"/>
        <a:ext cx="3479899" cy="2087939"/>
      </dsp:txXfrm>
    </dsp:sp>
    <dsp:sp modelId="{F8535511-6837-4A0E-B2B9-F1CE75099FF9}">
      <dsp:nvSpPr>
        <dsp:cNvPr id="0" name=""/>
        <dsp:cNvSpPr/>
      </dsp:nvSpPr>
      <dsp:spPr>
        <a:xfrm>
          <a:off x="4288794" y="2436976"/>
          <a:ext cx="3479899" cy="208793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Built with Python &amp; Modern GUI.</a:t>
          </a:r>
        </a:p>
      </dsp:txBody>
      <dsp:txXfrm>
        <a:off x="4288794" y="2436976"/>
        <a:ext cx="3479899" cy="208793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VerticalHollowActionList">
  <dgm:title val="Vertical Hollow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solidFgAcc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5818" y="0"/>
            <a:ext cx="7472363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0"/>
            <a:ext cx="7461504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2" y="1999615"/>
            <a:ext cx="6858000" cy="2764028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500" b="1"/>
              <a:t>Submitted By:-</a:t>
            </a:r>
            <a:br>
              <a:rPr lang="en-US" sz="3500" b="1"/>
            </a:br>
            <a:br>
              <a:rPr lang="en-US" sz="3500"/>
            </a:br>
            <a:r>
              <a:rPr lang="en-US" sz="3500"/>
              <a:t>Name: Darshan Gajanan Lahase</a:t>
            </a:r>
            <a:br>
              <a:rPr lang="en-US" sz="3500"/>
            </a:br>
            <a:r>
              <a:rPr lang="en-US" sz="3500"/>
              <a:t>USN: CS25D003</a:t>
            </a:r>
            <a:br>
              <a:rPr lang="en-US" sz="3500"/>
            </a:br>
            <a:r>
              <a:rPr lang="en-US" sz="3500"/>
              <a:t>Subject: Python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53DF86-B845-DF63-B820-DC94AF0EC598}"/>
              </a:ext>
            </a:extLst>
          </p:cNvPr>
          <p:cNvSpPr txBox="1"/>
          <p:nvPr/>
        </p:nvSpPr>
        <p:spPr>
          <a:xfrm>
            <a:off x="1475184" y="5645150"/>
            <a:ext cx="6193632" cy="631825"/>
          </a:xfrm>
          <a:prstGeom prst="rect">
            <a:avLst/>
          </a:prstGeom>
        </p:spPr>
        <p:txBody>
          <a:bodyPr rtlCol="0" anchor="ctr">
            <a:normAutofit/>
          </a:bodyPr>
          <a:lstStyle/>
          <a:p>
            <a:pPr algn="ctr">
              <a:spcAft>
                <a:spcPts val="600"/>
              </a:spcAft>
            </a:pPr>
            <a:r>
              <a:rPr lang="en-US" sz="2400"/>
              <a:t>Project Topic: Digital Notice Board System</a:t>
            </a:r>
            <a:endParaRPr lang="en-IN" sz="24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88920" y="5524786"/>
            <a:ext cx="356616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IN" sz="3500">
                <a:solidFill>
                  <a:srgbClr val="FFFFFF"/>
                </a:solidFill>
              </a:rPr>
              <a:t>Project Statement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FDA2342-6724-8F20-E906-C36389E763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23023999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diamond/>
      </p:transition>
    </mc:Choice>
    <mc:Fallback>
      <p:transition spd="slow">
        <p:diamond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F52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7759" y="480060"/>
            <a:ext cx="8428482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31C7FA0-4B3A-5376-0327-DE1B944834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2600" y="699326"/>
            <a:ext cx="8178799" cy="54593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IN" sz="3500">
                <a:solidFill>
                  <a:srgbClr val="FFFFFF"/>
                </a:solidFill>
              </a:rPr>
              <a:t>System Features (Admin + User)</a:t>
            </a:r>
          </a:p>
        </p:txBody>
      </p:sp>
      <p:graphicFrame>
        <p:nvGraphicFramePr>
          <p:cNvPr id="24" name="Content Placeholder 2">
            <a:extLst>
              <a:ext uri="{FF2B5EF4-FFF2-40B4-BE49-F238E27FC236}">
                <a16:creationId xmlns:a16="http://schemas.microsoft.com/office/drawing/2014/main" id="{D6A9BBC4-BD6C-16C3-63F2-1F403C5DDC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85333560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9A7F3BF-8763-4074-AD77-92790AF314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1051" y="381935"/>
            <a:ext cx="7017080" cy="1200329"/>
          </a:xfrm>
        </p:spPr>
        <p:txBody>
          <a:bodyPr anchor="t">
            <a:normAutofit/>
          </a:bodyPr>
          <a:lstStyle/>
          <a:p>
            <a:r>
              <a:rPr lang="en-IN" sz="6500" dirty="0"/>
              <a:t>Important Functions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A9648D6-B41B-42D0-A817-AE2607B0B5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45650" y="554152"/>
            <a:ext cx="430632" cy="1075866"/>
            <a:chOff x="10994200" y="554152"/>
            <a:chExt cx="574177" cy="1075866"/>
          </a:xfrm>
        </p:grpSpPr>
        <p:sp>
          <p:nvSpPr>
            <p:cNvPr id="12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013369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solidFill>
              <a:schemeClr val="accent2"/>
            </a:solidFill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55951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solidFill>
              <a:schemeClr val="accent2"/>
            </a:solidFill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94200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solidFill>
              <a:schemeClr val="accent2"/>
            </a:solidFill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7716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AA45899-8F90-E5F6-C0E0-D2F377A68B7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08533490"/>
              </p:ext>
            </p:extLst>
          </p:nvPr>
        </p:nvGraphicFramePr>
        <p:xfrm>
          <a:off x="891046" y="1825625"/>
          <a:ext cx="7017080" cy="4394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5314994-6337-4875-8CF5-652CAFE83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9143998" cy="4267200"/>
            <a:chOff x="7467600" y="0"/>
            <a:chExt cx="47244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3A2D4D6-D501-439A-9FC6-397879C465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CD20BAA-1998-4EBB-AD61-13A92072E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449A6C7-D15F-4AA5-BFA5-71A404B47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2900" y="457201"/>
            <a:ext cx="8458200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990599"/>
            <a:ext cx="7429500" cy="685800"/>
          </a:xfrm>
        </p:spPr>
        <p:txBody>
          <a:bodyPr anchor="t">
            <a:normAutofit/>
          </a:bodyPr>
          <a:lstStyle/>
          <a:p>
            <a:r>
              <a:rPr lang="en-IN" sz="3500"/>
              <a:t>Advantages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1CB6B7F-FA44-AB8D-7B00-E2B83463CCD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42877566"/>
              </p:ext>
            </p:extLst>
          </p:nvPr>
        </p:nvGraphicFramePr>
        <p:xfrm>
          <a:off x="514350" y="2137228"/>
          <a:ext cx="8115300" cy="3733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5314994-6337-4875-8CF5-652CAFE83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9143998" cy="4267200"/>
            <a:chOff x="7467600" y="0"/>
            <a:chExt cx="47244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3A2D4D6-D501-439A-9FC6-397879C465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CD20BAA-1998-4EBB-AD61-13A92072E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449A6C7-D15F-4AA5-BFA5-71A404B47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2900" y="457201"/>
            <a:ext cx="8458200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990599"/>
            <a:ext cx="7429500" cy="685800"/>
          </a:xfrm>
        </p:spPr>
        <p:txBody>
          <a:bodyPr anchor="t">
            <a:normAutofit/>
          </a:bodyPr>
          <a:lstStyle/>
          <a:p>
            <a:r>
              <a:rPr lang="en-IN" sz="3500"/>
              <a:t>Future Enhancements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58975B8-509B-9268-0F76-34702BD3DA0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20780228"/>
              </p:ext>
            </p:extLst>
          </p:nvPr>
        </p:nvGraphicFramePr>
        <p:xfrm>
          <a:off x="514350" y="2137228"/>
          <a:ext cx="8115300" cy="3733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774852D-E519-5930-9F78-63426AE6457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225</Words>
  <Application>Microsoft Office PowerPoint</Application>
  <PresentationFormat>On-screen Show (4:3)</PresentationFormat>
  <Paragraphs>44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Submitted By:-  Name: Darshan Gajanan Lahase USN: CS25D003 Subject: Python </vt:lpstr>
      <vt:lpstr>Project Statement</vt:lpstr>
      <vt:lpstr>PowerPoint Presentation</vt:lpstr>
      <vt:lpstr>System Features (Admin + User)</vt:lpstr>
      <vt:lpstr>Important Functions</vt:lpstr>
      <vt:lpstr>Advantages</vt:lpstr>
      <vt:lpstr>Future Enhancements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Darshan Lahase</dc:creator>
  <cp:keywords/>
  <dc:description>generated using python-pptx</dc:description>
  <cp:lastModifiedBy>Darshan Lahase</cp:lastModifiedBy>
  <cp:revision>2</cp:revision>
  <dcterms:created xsi:type="dcterms:W3CDTF">2013-01-27T09:14:16Z</dcterms:created>
  <dcterms:modified xsi:type="dcterms:W3CDTF">2026-03-03T18:06:50Z</dcterms:modified>
  <cp:category/>
</cp:coreProperties>
</file>